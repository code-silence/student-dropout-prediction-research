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embeddedFontLst>
    <p:embeddedFont>
      <p:font typeface="Inter SemiBold" panose="020B060402020202020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6288BB-3742-46E8-A507-231A85FD3E98}">
  <a:tblStyle styleId="{416288BB-3742-46E8-A507-231A85FD3E9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902"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62ab2f62d_2_10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55" name="Google Shape;155;g3f62ab2f62d_2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f62ab2f62d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61" name="Google Shape;161;g3f62ab2f62d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f62ab2f62d_2_1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68" name="Google Shape;168;g3f62ab2f62d_2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f62ab2f62d_2_1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75" name="Google Shape;175;g3f62ab2f62d_2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62ab2f62d_2_1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82" name="Google Shape;182;g3f62ab2f62d_2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62ab2f62d_2_1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89" name="Google Shape;189;g3f62ab2f62d_2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f62ab2f62d_2_1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6" name="Google Shape;196;g3f62ab2f62d_2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f62ab2f62d_2_1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03" name="Google Shape;203;g3f62ab2f62d_2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f62ab2f62d_2_1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10" name="Google Shape;210;g3f62ab2f62d_2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f62ab2f62d_2_1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17" name="Google Shape;217;g3f62ab2f62d_2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f62ab2f62d_2_1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24" name="Google Shape;224;g3f62ab2f62d_2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56"/>
        <p:cNvGrpSpPr/>
        <p:nvPr/>
      </p:nvGrpSpPr>
      <p:grpSpPr>
        <a:xfrm>
          <a:off x="0" y="0"/>
          <a:ext cx="0" cy="0"/>
          <a:chOff x="0" y="0"/>
          <a:chExt cx="0" cy="0"/>
        </a:xfrm>
      </p:grpSpPr>
      <p:sp>
        <p:nvSpPr>
          <p:cNvPr id="57" name="Google Shape;57;p14"/>
          <p:cNvSpPr/>
          <p:nvPr/>
        </p:nvSpPr>
        <p:spPr>
          <a:xfrm>
            <a:off x="2819400" y="0"/>
            <a:ext cx="6324600" cy="514350"/>
          </a:xfrm>
          <a:prstGeom prst="rect">
            <a:avLst/>
          </a:prstGeom>
          <a:solidFill>
            <a:srgbClr val="205867"/>
          </a:solidFill>
          <a:ln w="25400" cap="flat" cmpd="sng">
            <a:solidFill>
              <a:srgbClr val="395E89"/>
            </a:solidFill>
            <a:prstDash val="solid"/>
            <a:round/>
            <a:headEnd type="none" w="sm" len="sm"/>
            <a:tailEnd type="none" w="sm" len="sm"/>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Arial"/>
                <a:ea typeface="Arial"/>
                <a:cs typeface="Arial"/>
                <a:sym typeface="Arial"/>
              </a:rPr>
              <a:t>Phase-I Evaluation</a:t>
            </a:r>
            <a:endParaRPr sz="1400" b="1" i="0" u="none" strike="noStrike" cap="none">
              <a:solidFill>
                <a:schemeClr val="lt1"/>
              </a:solidFill>
              <a:latin typeface="Arial"/>
              <a:ea typeface="Arial"/>
              <a:cs typeface="Arial"/>
              <a:sym typeface="Arial"/>
            </a:endParaRPr>
          </a:p>
        </p:txBody>
      </p:sp>
      <p:pic>
        <p:nvPicPr>
          <p:cNvPr id="58" name="Google Shape;58;p14"/>
          <p:cNvPicPr preferRelativeResize="0"/>
          <p:nvPr/>
        </p:nvPicPr>
        <p:blipFill rotWithShape="1">
          <a:blip r:embed="rId2">
            <a:alphaModFix/>
          </a:blip>
          <a:srcRect/>
          <a:stretch/>
        </p:blipFill>
        <p:spPr>
          <a:xfrm>
            <a:off x="109538" y="57150"/>
            <a:ext cx="1833562" cy="514350"/>
          </a:xfrm>
          <a:prstGeom prst="rect">
            <a:avLst/>
          </a:prstGeom>
          <a:noFill/>
          <a:ln>
            <a:noFill/>
          </a:ln>
        </p:spPr>
      </p:pic>
      <p:sp>
        <p:nvSpPr>
          <p:cNvPr id="59" name="Google Shape;59;p14"/>
          <p:cNvSpPr/>
          <p:nvPr/>
        </p:nvSpPr>
        <p:spPr>
          <a:xfrm>
            <a:off x="2819400" y="2416969"/>
            <a:ext cx="3810000" cy="400050"/>
          </a:xfrm>
          <a:prstGeom prst="rect">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1" i="0" u="none" strike="noStrike" cap="none">
                <a:solidFill>
                  <a:schemeClr val="lt1"/>
                </a:solidFill>
                <a:latin typeface="Arial"/>
                <a:ea typeface="Arial"/>
                <a:cs typeface="Arial"/>
                <a:sym typeface="Arial"/>
              </a:rPr>
              <a:t>Presented by</a:t>
            </a:r>
            <a:endParaRPr sz="1100" b="0" i="0" u="none" strike="noStrike" cap="none">
              <a:solidFill>
                <a:srgbClr val="000000"/>
              </a:solidFill>
              <a:latin typeface="Arial"/>
              <a:ea typeface="Arial"/>
              <a:cs typeface="Arial"/>
              <a:sym typeface="Arial"/>
            </a:endParaRPr>
          </a:p>
        </p:txBody>
      </p:sp>
      <p:sp>
        <p:nvSpPr>
          <p:cNvPr id="60" name="Google Shape;60;p14"/>
          <p:cNvSpPr txBox="1">
            <a:spLocks noGrp="1"/>
          </p:cNvSpPr>
          <p:nvPr>
            <p:ph type="ctrTitle"/>
          </p:nvPr>
        </p:nvSpPr>
        <p:spPr>
          <a:xfrm>
            <a:off x="685800" y="857250"/>
            <a:ext cx="7772400" cy="13144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rgbClr val="17365D"/>
              </a:buClr>
              <a:buSzPts val="3300"/>
              <a:buFont typeface="Calibri"/>
              <a:buNone/>
              <a:defRPr b="1">
                <a:solidFill>
                  <a:srgbClr val="17365D"/>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14"/>
          <p:cNvSpPr txBox="1">
            <a:spLocks noGrp="1"/>
          </p:cNvSpPr>
          <p:nvPr>
            <p:ph type="subTitle" idx="1"/>
          </p:nvPr>
        </p:nvSpPr>
        <p:spPr>
          <a:xfrm>
            <a:off x="2781300" y="2971801"/>
            <a:ext cx="3886200" cy="1657350"/>
          </a:xfrm>
          <a:prstGeom prst="rect">
            <a:avLst/>
          </a:prstGeom>
          <a:noFill/>
          <a:ln>
            <a:noFill/>
          </a:ln>
        </p:spPr>
        <p:txBody>
          <a:bodyPr spcFirstLastPara="1" wrap="square" lIns="68575" tIns="34275" rIns="68575" bIns="34275" anchor="t" anchorCtr="0">
            <a:normAutofit/>
          </a:bodyPr>
          <a:lstStyle>
            <a:lvl1pPr lvl="0" algn="ctr">
              <a:lnSpc>
                <a:spcPct val="100000"/>
              </a:lnSpc>
              <a:spcBef>
                <a:spcPts val="400"/>
              </a:spcBef>
              <a:spcAft>
                <a:spcPts val="0"/>
              </a:spcAft>
              <a:buClr>
                <a:srgbClr val="366092"/>
              </a:buClr>
              <a:buSzPts val="2000"/>
              <a:buNone/>
              <a:defRPr sz="2000">
                <a:solidFill>
                  <a:srgbClr val="366092"/>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sp>
        <p:nvSpPr>
          <p:cNvPr id="62" name="Google Shape;62;p14"/>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14"/>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14"/>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5"/>
        <p:cNvGrpSpPr/>
        <p:nvPr/>
      </p:nvGrpSpPr>
      <p:grpSpPr>
        <a:xfrm>
          <a:off x="0" y="0"/>
          <a:ext cx="0" cy="0"/>
          <a:chOff x="0" y="0"/>
          <a:chExt cx="0" cy="0"/>
        </a:xfrm>
      </p:grpSpPr>
      <p:sp>
        <p:nvSpPr>
          <p:cNvPr id="66" name="Google Shape;66;p15"/>
          <p:cNvSpPr/>
          <p:nvPr/>
        </p:nvSpPr>
        <p:spPr>
          <a:xfrm>
            <a:off x="0" y="0"/>
            <a:ext cx="9144000" cy="17145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7" name="Google Shape;67;p15"/>
          <p:cNvSpPr txBox="1">
            <a:spLocks noGrp="1"/>
          </p:cNvSpPr>
          <p:nvPr>
            <p:ph type="title"/>
          </p:nvPr>
        </p:nvSpPr>
        <p:spPr>
          <a:xfrm>
            <a:off x="457200" y="205978"/>
            <a:ext cx="82296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rgbClr val="366092"/>
              </a:buClr>
              <a:buSzPts val="3300"/>
              <a:buFont typeface="Calibri"/>
              <a:buNone/>
              <a:defRPr b="1">
                <a:solidFill>
                  <a:srgbClr val="36609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15"/>
          <p:cNvSpPr txBox="1">
            <a:spLocks noGrp="1"/>
          </p:cNvSpPr>
          <p:nvPr>
            <p:ph type="body" idx="1"/>
          </p:nvPr>
        </p:nvSpPr>
        <p:spPr>
          <a:xfrm>
            <a:off x="457200" y="1257300"/>
            <a:ext cx="8229600" cy="2971800"/>
          </a:xfrm>
          <a:prstGeom prst="rect">
            <a:avLst/>
          </a:prstGeom>
          <a:noFill/>
          <a:ln>
            <a:noFill/>
          </a:ln>
        </p:spPr>
        <p:txBody>
          <a:bodyPr spcFirstLastPara="1" wrap="square" lIns="68575" tIns="34275" rIns="68575" bIns="34275" anchor="t" anchorCtr="0">
            <a:normAutofit/>
          </a:bodyPr>
          <a:lstStyle>
            <a:lvl1pPr marL="457200" lvl="0" indent="-381000" algn="l">
              <a:lnSpc>
                <a:spcPct val="100000"/>
              </a:lnSpc>
              <a:spcBef>
                <a:spcPts val="500"/>
              </a:spcBef>
              <a:spcAft>
                <a:spcPts val="0"/>
              </a:spcAft>
              <a:buClr>
                <a:srgbClr val="366092"/>
              </a:buClr>
              <a:buSzPts val="2400"/>
              <a:buChar char="•"/>
              <a:defRPr>
                <a:solidFill>
                  <a:srgbClr val="366092"/>
                </a:solidFill>
              </a:defRPr>
            </a:lvl1pPr>
            <a:lvl2pPr marL="914400" lvl="1" indent="-361950" algn="l">
              <a:lnSpc>
                <a:spcPct val="100000"/>
              </a:lnSpc>
              <a:spcBef>
                <a:spcPts val="400"/>
              </a:spcBef>
              <a:spcAft>
                <a:spcPts val="0"/>
              </a:spcAft>
              <a:buClr>
                <a:srgbClr val="31859B"/>
              </a:buClr>
              <a:buSzPts val="2100"/>
              <a:buChar char="–"/>
              <a:defRPr>
                <a:solidFill>
                  <a:srgbClr val="31859B"/>
                </a:solidFill>
              </a:defRPr>
            </a:lvl2pPr>
            <a:lvl3pPr marL="1371600" lvl="2" indent="-342900" algn="l">
              <a:lnSpc>
                <a:spcPct val="100000"/>
              </a:lnSpc>
              <a:spcBef>
                <a:spcPts val="400"/>
              </a:spcBef>
              <a:spcAft>
                <a:spcPts val="0"/>
              </a:spcAft>
              <a:buClr>
                <a:srgbClr val="953734"/>
              </a:buClr>
              <a:buSzPts val="1800"/>
              <a:buChar char="•"/>
              <a:defRPr>
                <a:solidFill>
                  <a:srgbClr val="953734"/>
                </a:solidFill>
              </a:defRPr>
            </a:lvl3pPr>
            <a:lvl4pPr marL="1828800" lvl="3" indent="-323850" algn="l">
              <a:lnSpc>
                <a:spcPct val="100000"/>
              </a:lnSpc>
              <a:spcBef>
                <a:spcPts val="300"/>
              </a:spcBef>
              <a:spcAft>
                <a:spcPts val="0"/>
              </a:spcAft>
              <a:buClr>
                <a:srgbClr val="E36C09"/>
              </a:buClr>
              <a:buSzPts val="1500"/>
              <a:buChar char="–"/>
              <a:defRPr>
                <a:solidFill>
                  <a:srgbClr val="E36C09"/>
                </a:solidFill>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69" name="Google Shape;69;p15"/>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5"/>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1" name="Google Shape;71;p15"/>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72" name="Google Shape;72;p15"/>
          <p:cNvPicPr preferRelativeResize="0"/>
          <p:nvPr/>
        </p:nvPicPr>
        <p:blipFill rotWithShape="1">
          <a:blip r:embed="rId2">
            <a:alphaModFix/>
          </a:blip>
          <a:srcRect/>
          <a:stretch/>
        </p:blipFill>
        <p:spPr>
          <a:xfrm>
            <a:off x="457200" y="4767263"/>
            <a:ext cx="1154113" cy="353615"/>
          </a:xfrm>
          <a:prstGeom prst="rect">
            <a:avLst/>
          </a:prstGeom>
          <a:noFill/>
          <a:ln>
            <a:noFill/>
          </a:ln>
        </p:spPr>
      </p:pic>
      <p:sp>
        <p:nvSpPr>
          <p:cNvPr id="73" name="Google Shape;73;p15"/>
          <p:cNvSpPr/>
          <p:nvPr/>
        </p:nvSpPr>
        <p:spPr>
          <a:xfrm>
            <a:off x="1752601" y="4767263"/>
            <a:ext cx="7381875" cy="348943"/>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Arial"/>
                <a:ea typeface="Arial"/>
                <a:cs typeface="Arial"/>
                <a:sym typeface="Arial"/>
              </a:rPr>
              <a:t>Phase-I Evaluation</a:t>
            </a:r>
            <a:endParaRPr sz="1400" b="1" i="0" u="none" strike="noStrike" cap="none">
              <a:solidFill>
                <a:schemeClr val="lt1"/>
              </a:solidFill>
              <a:latin typeface="Arial"/>
              <a:ea typeface="Arial"/>
              <a:cs typeface="Arial"/>
              <a:sym typeface="Arial"/>
            </a:endParaRPr>
          </a:p>
        </p:txBody>
      </p:sp>
      <p:sp>
        <p:nvSpPr>
          <p:cNvPr id="74" name="Google Shape;74;p15"/>
          <p:cNvSpPr/>
          <p:nvPr/>
        </p:nvSpPr>
        <p:spPr>
          <a:xfrm>
            <a:off x="0" y="0"/>
            <a:ext cx="9144000" cy="17145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5"/>
        <p:cNvGrpSpPr/>
        <p:nvPr/>
      </p:nvGrpSpPr>
      <p:grpSpPr>
        <a:xfrm>
          <a:off x="0" y="0"/>
          <a:ext cx="0" cy="0"/>
          <a:chOff x="0" y="0"/>
          <a:chExt cx="0" cy="0"/>
        </a:xfrm>
      </p:grpSpPr>
      <p:sp>
        <p:nvSpPr>
          <p:cNvPr id="76" name="Google Shape;76;p16"/>
          <p:cNvSpPr txBox="1">
            <a:spLocks noGrp="1"/>
          </p:cNvSpPr>
          <p:nvPr>
            <p:ph type="ctrTitle"/>
          </p:nvPr>
        </p:nvSpPr>
        <p:spPr>
          <a:xfrm>
            <a:off x="685800" y="1597820"/>
            <a:ext cx="7772400" cy="1102519"/>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 name="Google Shape;77;p16"/>
          <p:cNvSpPr txBox="1">
            <a:spLocks noGrp="1"/>
          </p:cNvSpPr>
          <p:nvPr>
            <p:ph type="subTitle" idx="1"/>
          </p:nvPr>
        </p:nvSpPr>
        <p:spPr>
          <a:xfrm>
            <a:off x="1371600" y="2914650"/>
            <a:ext cx="6400800" cy="1314450"/>
          </a:xfrm>
          <a:prstGeom prst="rect">
            <a:avLst/>
          </a:prstGeom>
          <a:noFill/>
          <a:ln>
            <a:noFill/>
          </a:ln>
        </p:spPr>
        <p:txBody>
          <a:bodyPr spcFirstLastPara="1" wrap="square" lIns="68575" tIns="34275" rIns="68575" bIns="34275" anchor="t" anchorCtr="0">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sp>
        <p:nvSpPr>
          <p:cNvPr id="78" name="Google Shape;78;p16"/>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6"/>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16"/>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57200" y="205978"/>
            <a:ext cx="82296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3" name="Google Shape;83;p17"/>
          <p:cNvSpPr txBox="1">
            <a:spLocks noGrp="1"/>
          </p:cNvSpPr>
          <p:nvPr>
            <p:ph type="body" idx="1"/>
          </p:nvPr>
        </p:nvSpPr>
        <p:spPr>
          <a:xfrm>
            <a:off x="457200" y="1200151"/>
            <a:ext cx="8229600" cy="3394472"/>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84" name="Google Shape;84;p17"/>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17"/>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17"/>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722313" y="3305176"/>
            <a:ext cx="7772400" cy="1021556"/>
          </a:xfrm>
          <a:prstGeom prst="rect">
            <a:avLst/>
          </a:prstGeom>
          <a:noFill/>
          <a:ln>
            <a:noFill/>
          </a:ln>
        </p:spPr>
        <p:txBody>
          <a:bodyPr spcFirstLastPara="1" wrap="square" lIns="68575" tIns="34275" rIns="68575" bIns="34275" anchor="t" anchorCtr="0">
            <a:normAutofit/>
          </a:bodyPr>
          <a:lstStyle>
            <a:lvl1pPr lvl="0" algn="l">
              <a:lnSpc>
                <a:spcPct val="100000"/>
              </a:lnSpc>
              <a:spcBef>
                <a:spcPts val="0"/>
              </a:spcBef>
              <a:spcAft>
                <a:spcPts val="0"/>
              </a:spcAft>
              <a:buClr>
                <a:schemeClr val="dk1"/>
              </a:buClr>
              <a:buSzPts val="3000"/>
              <a:buFont typeface="Calibri"/>
              <a:buNone/>
              <a:defRPr sz="3000" b="1"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9" name="Google Shape;89;p18"/>
          <p:cNvSpPr txBox="1">
            <a:spLocks noGrp="1"/>
          </p:cNvSpPr>
          <p:nvPr>
            <p:ph type="body" idx="1"/>
          </p:nvPr>
        </p:nvSpPr>
        <p:spPr>
          <a:xfrm>
            <a:off x="722313" y="2180035"/>
            <a:ext cx="7772400" cy="1125140"/>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300"/>
              </a:spcBef>
              <a:spcAft>
                <a:spcPts val="0"/>
              </a:spcAft>
              <a:buClr>
                <a:srgbClr val="888888"/>
              </a:buClr>
              <a:buSzPts val="1500"/>
              <a:buNone/>
              <a:defRPr sz="1500">
                <a:solidFill>
                  <a:srgbClr val="888888"/>
                </a:solidFill>
              </a:defRPr>
            </a:lvl1pPr>
            <a:lvl2pPr marL="914400" lvl="1" indent="-228600" algn="l">
              <a:lnSpc>
                <a:spcPct val="100000"/>
              </a:lnSpc>
              <a:spcBef>
                <a:spcPts val="300"/>
              </a:spcBef>
              <a:spcAft>
                <a:spcPts val="0"/>
              </a:spcAft>
              <a:buClr>
                <a:srgbClr val="888888"/>
              </a:buClr>
              <a:buSzPts val="1400"/>
              <a:buNone/>
              <a:defRPr sz="1400">
                <a:solidFill>
                  <a:srgbClr val="888888"/>
                </a:solidFill>
              </a:defRPr>
            </a:lvl2pPr>
            <a:lvl3pPr marL="1371600" lvl="2" indent="-228600" algn="l">
              <a:lnSpc>
                <a:spcPct val="100000"/>
              </a:lnSpc>
              <a:spcBef>
                <a:spcPts val="200"/>
              </a:spcBef>
              <a:spcAft>
                <a:spcPts val="0"/>
              </a:spcAft>
              <a:buClr>
                <a:srgbClr val="888888"/>
              </a:buClr>
              <a:buSzPts val="1200"/>
              <a:buNone/>
              <a:defRPr sz="1200">
                <a:solidFill>
                  <a:srgbClr val="888888"/>
                </a:solidFill>
              </a:defRPr>
            </a:lvl3pPr>
            <a:lvl4pPr marL="1828800" lvl="3" indent="-228600" algn="l">
              <a:lnSpc>
                <a:spcPct val="100000"/>
              </a:lnSpc>
              <a:spcBef>
                <a:spcPts val="200"/>
              </a:spcBef>
              <a:spcAft>
                <a:spcPts val="0"/>
              </a:spcAft>
              <a:buClr>
                <a:srgbClr val="888888"/>
              </a:buClr>
              <a:buSzPts val="1100"/>
              <a:buNone/>
              <a:defRPr sz="1100">
                <a:solidFill>
                  <a:srgbClr val="888888"/>
                </a:solidFill>
              </a:defRPr>
            </a:lvl4pPr>
            <a:lvl5pPr marL="2286000" lvl="4" indent="-228600" algn="l">
              <a:lnSpc>
                <a:spcPct val="100000"/>
              </a:lnSpc>
              <a:spcBef>
                <a:spcPts val="200"/>
              </a:spcBef>
              <a:spcAft>
                <a:spcPts val="0"/>
              </a:spcAft>
              <a:buClr>
                <a:srgbClr val="888888"/>
              </a:buClr>
              <a:buSzPts val="1100"/>
              <a:buNone/>
              <a:defRPr sz="1100">
                <a:solidFill>
                  <a:srgbClr val="888888"/>
                </a:solidFill>
              </a:defRPr>
            </a:lvl5pPr>
            <a:lvl6pPr marL="2743200" lvl="5" indent="-228600" algn="l">
              <a:lnSpc>
                <a:spcPct val="100000"/>
              </a:lnSpc>
              <a:spcBef>
                <a:spcPts val="200"/>
              </a:spcBef>
              <a:spcAft>
                <a:spcPts val="0"/>
              </a:spcAft>
              <a:buClr>
                <a:srgbClr val="888888"/>
              </a:buClr>
              <a:buSzPts val="1100"/>
              <a:buNone/>
              <a:defRPr sz="1100">
                <a:solidFill>
                  <a:srgbClr val="888888"/>
                </a:solidFill>
              </a:defRPr>
            </a:lvl6pPr>
            <a:lvl7pPr marL="3200400" lvl="6" indent="-228600" algn="l">
              <a:lnSpc>
                <a:spcPct val="100000"/>
              </a:lnSpc>
              <a:spcBef>
                <a:spcPts val="200"/>
              </a:spcBef>
              <a:spcAft>
                <a:spcPts val="0"/>
              </a:spcAft>
              <a:buClr>
                <a:srgbClr val="888888"/>
              </a:buClr>
              <a:buSzPts val="1100"/>
              <a:buNone/>
              <a:defRPr sz="1100">
                <a:solidFill>
                  <a:srgbClr val="888888"/>
                </a:solidFill>
              </a:defRPr>
            </a:lvl7pPr>
            <a:lvl8pPr marL="3657600" lvl="7" indent="-228600" algn="l">
              <a:lnSpc>
                <a:spcPct val="100000"/>
              </a:lnSpc>
              <a:spcBef>
                <a:spcPts val="200"/>
              </a:spcBef>
              <a:spcAft>
                <a:spcPts val="0"/>
              </a:spcAft>
              <a:buClr>
                <a:srgbClr val="888888"/>
              </a:buClr>
              <a:buSzPts val="1100"/>
              <a:buNone/>
              <a:defRPr sz="1100">
                <a:solidFill>
                  <a:srgbClr val="888888"/>
                </a:solidFill>
              </a:defRPr>
            </a:lvl8pPr>
            <a:lvl9pPr marL="4114800" lvl="8" indent="-228600" algn="l">
              <a:lnSpc>
                <a:spcPct val="100000"/>
              </a:lnSpc>
              <a:spcBef>
                <a:spcPts val="200"/>
              </a:spcBef>
              <a:spcAft>
                <a:spcPts val="0"/>
              </a:spcAft>
              <a:buClr>
                <a:srgbClr val="888888"/>
              </a:buClr>
              <a:buSzPts val="1100"/>
              <a:buNone/>
              <a:defRPr sz="1100">
                <a:solidFill>
                  <a:srgbClr val="888888"/>
                </a:solidFill>
              </a:defRPr>
            </a:lvl9pPr>
          </a:lstStyle>
          <a:p>
            <a:endParaRPr/>
          </a:p>
        </p:txBody>
      </p:sp>
      <p:sp>
        <p:nvSpPr>
          <p:cNvPr id="90" name="Google Shape;90;p18"/>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 name="Google Shape;91;p18"/>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18"/>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457200" y="205978"/>
            <a:ext cx="82296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5" name="Google Shape;95;p19"/>
          <p:cNvSpPr txBox="1">
            <a:spLocks noGrp="1"/>
          </p:cNvSpPr>
          <p:nvPr>
            <p:ph type="body" idx="1"/>
          </p:nvPr>
        </p:nvSpPr>
        <p:spPr>
          <a:xfrm>
            <a:off x="457200" y="1200151"/>
            <a:ext cx="4038600" cy="3394472"/>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400"/>
              </a:spcBef>
              <a:spcAft>
                <a:spcPts val="0"/>
              </a:spcAft>
              <a:buClr>
                <a:schemeClr val="dk1"/>
              </a:buClr>
              <a:buSzPts val="2100"/>
              <a:buChar char="•"/>
              <a:defRPr sz="2100"/>
            </a:lvl1pPr>
            <a:lvl2pPr marL="914400" lvl="1" indent="-342900" algn="l">
              <a:lnSpc>
                <a:spcPct val="100000"/>
              </a:lnSpc>
              <a:spcBef>
                <a:spcPts val="40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
              <a:defRPr sz="15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a:endParaRPr/>
          </a:p>
        </p:txBody>
      </p:sp>
      <p:sp>
        <p:nvSpPr>
          <p:cNvPr id="96" name="Google Shape;96;p19"/>
          <p:cNvSpPr txBox="1">
            <a:spLocks noGrp="1"/>
          </p:cNvSpPr>
          <p:nvPr>
            <p:ph type="body" idx="2"/>
          </p:nvPr>
        </p:nvSpPr>
        <p:spPr>
          <a:xfrm>
            <a:off x="4648200" y="1200151"/>
            <a:ext cx="4038600" cy="3394472"/>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400"/>
              </a:spcBef>
              <a:spcAft>
                <a:spcPts val="0"/>
              </a:spcAft>
              <a:buClr>
                <a:schemeClr val="dk1"/>
              </a:buClr>
              <a:buSzPts val="2100"/>
              <a:buChar char="•"/>
              <a:defRPr sz="2100"/>
            </a:lvl1pPr>
            <a:lvl2pPr marL="914400" lvl="1" indent="-342900" algn="l">
              <a:lnSpc>
                <a:spcPct val="100000"/>
              </a:lnSpc>
              <a:spcBef>
                <a:spcPts val="40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
              <a:defRPr sz="1500"/>
            </a:lvl3pPr>
            <a:lvl4pPr marL="1828800" lvl="3" indent="-317500" algn="l">
              <a:lnSpc>
                <a:spcPct val="100000"/>
              </a:lnSpc>
              <a:spcBef>
                <a:spcPts val="300"/>
              </a:spcBef>
              <a:spcAft>
                <a:spcPts val="0"/>
              </a:spcAft>
              <a:buClr>
                <a:schemeClr val="dk1"/>
              </a:buClr>
              <a:buSzPts val="1400"/>
              <a:buChar char="–"/>
              <a:defRPr sz="1400"/>
            </a:lvl4pPr>
            <a:lvl5pPr marL="2286000" lvl="4" indent="-317500" algn="l">
              <a:lnSpc>
                <a:spcPct val="100000"/>
              </a:lnSpc>
              <a:spcBef>
                <a:spcPts val="300"/>
              </a:spcBef>
              <a:spcAft>
                <a:spcPts val="0"/>
              </a:spcAft>
              <a:buClr>
                <a:schemeClr val="dk1"/>
              </a:buClr>
              <a:buSzPts val="1400"/>
              <a:buChar char="»"/>
              <a:defRPr sz="1400"/>
            </a:lvl5pPr>
            <a:lvl6pPr marL="2743200" lvl="5" indent="-317500" algn="l">
              <a:lnSpc>
                <a:spcPct val="100000"/>
              </a:lnSpc>
              <a:spcBef>
                <a:spcPts val="300"/>
              </a:spcBef>
              <a:spcAft>
                <a:spcPts val="0"/>
              </a:spcAft>
              <a:buClr>
                <a:schemeClr val="dk1"/>
              </a:buClr>
              <a:buSzPts val="1400"/>
              <a:buChar char="•"/>
              <a:defRPr sz="1400"/>
            </a:lvl6pPr>
            <a:lvl7pPr marL="3200400" lvl="6" indent="-317500" algn="l">
              <a:lnSpc>
                <a:spcPct val="100000"/>
              </a:lnSpc>
              <a:spcBef>
                <a:spcPts val="300"/>
              </a:spcBef>
              <a:spcAft>
                <a:spcPts val="0"/>
              </a:spcAft>
              <a:buClr>
                <a:schemeClr val="dk1"/>
              </a:buClr>
              <a:buSzPts val="1400"/>
              <a:buChar char="•"/>
              <a:defRPr sz="1400"/>
            </a:lvl7pPr>
            <a:lvl8pPr marL="3657600" lvl="7" indent="-317500" algn="l">
              <a:lnSpc>
                <a:spcPct val="100000"/>
              </a:lnSpc>
              <a:spcBef>
                <a:spcPts val="300"/>
              </a:spcBef>
              <a:spcAft>
                <a:spcPts val="0"/>
              </a:spcAft>
              <a:buClr>
                <a:schemeClr val="dk1"/>
              </a:buClr>
              <a:buSzPts val="1400"/>
              <a:buChar char="•"/>
              <a:defRPr sz="1400"/>
            </a:lvl8pPr>
            <a:lvl9pPr marL="4114800" lvl="8" indent="-317500" algn="l">
              <a:lnSpc>
                <a:spcPct val="100000"/>
              </a:lnSpc>
              <a:spcBef>
                <a:spcPts val="300"/>
              </a:spcBef>
              <a:spcAft>
                <a:spcPts val="0"/>
              </a:spcAft>
              <a:buClr>
                <a:schemeClr val="dk1"/>
              </a:buClr>
              <a:buSzPts val="1400"/>
              <a:buChar char="•"/>
              <a:defRPr sz="1400"/>
            </a:lvl9pPr>
          </a:lstStyle>
          <a:p>
            <a:endParaRPr/>
          </a:p>
        </p:txBody>
      </p:sp>
      <p:sp>
        <p:nvSpPr>
          <p:cNvPr id="97" name="Google Shape;97;p19"/>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19"/>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9" name="Google Shape;99;p19"/>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457200" y="205978"/>
            <a:ext cx="82296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2" name="Google Shape;102;p20"/>
          <p:cNvSpPr txBox="1">
            <a:spLocks noGrp="1"/>
          </p:cNvSpPr>
          <p:nvPr>
            <p:ph type="body" idx="1"/>
          </p:nvPr>
        </p:nvSpPr>
        <p:spPr>
          <a:xfrm>
            <a:off x="457200" y="1151335"/>
            <a:ext cx="4040188" cy="479822"/>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400"/>
              </a:spcBef>
              <a:spcAft>
                <a:spcPts val="0"/>
              </a:spcAft>
              <a:buClr>
                <a:schemeClr val="dk1"/>
              </a:buClr>
              <a:buSzPts val="1800"/>
              <a:buNone/>
              <a:defRPr sz="1800" b="1"/>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300"/>
              </a:spcBef>
              <a:spcAft>
                <a:spcPts val="0"/>
              </a:spcAft>
              <a:buClr>
                <a:schemeClr val="dk1"/>
              </a:buClr>
              <a:buSzPts val="1400"/>
              <a:buNone/>
              <a:defRPr sz="1400" b="1"/>
            </a:lvl3pPr>
            <a:lvl4pPr marL="1828800" lvl="3" indent="-228600" algn="l">
              <a:lnSpc>
                <a:spcPct val="100000"/>
              </a:lnSpc>
              <a:spcBef>
                <a:spcPts val="200"/>
              </a:spcBef>
              <a:spcAft>
                <a:spcPts val="0"/>
              </a:spcAft>
              <a:buClr>
                <a:schemeClr val="dk1"/>
              </a:buClr>
              <a:buSzPts val="1200"/>
              <a:buNone/>
              <a:defRPr sz="1200" b="1"/>
            </a:lvl4pPr>
            <a:lvl5pPr marL="2286000" lvl="4" indent="-228600" algn="l">
              <a:lnSpc>
                <a:spcPct val="100000"/>
              </a:lnSpc>
              <a:spcBef>
                <a:spcPts val="2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103" name="Google Shape;103;p20"/>
          <p:cNvSpPr txBox="1">
            <a:spLocks noGrp="1"/>
          </p:cNvSpPr>
          <p:nvPr>
            <p:ph type="body" idx="2"/>
          </p:nvPr>
        </p:nvSpPr>
        <p:spPr>
          <a:xfrm>
            <a:off x="457200" y="1631156"/>
            <a:ext cx="4040188" cy="2963466"/>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7500" algn="l">
              <a:lnSpc>
                <a:spcPct val="100000"/>
              </a:lnSpc>
              <a:spcBef>
                <a:spcPts val="300"/>
              </a:spcBef>
              <a:spcAft>
                <a:spcPts val="0"/>
              </a:spcAft>
              <a:buClr>
                <a:schemeClr val="dk1"/>
              </a:buClr>
              <a:buSzPts val="1400"/>
              <a:buChar char="•"/>
              <a:defRPr sz="1400"/>
            </a:lvl3pPr>
            <a:lvl4pPr marL="1828800" lvl="3" indent="-304800" algn="l">
              <a:lnSpc>
                <a:spcPct val="100000"/>
              </a:lnSpc>
              <a:spcBef>
                <a:spcPts val="200"/>
              </a:spcBef>
              <a:spcAft>
                <a:spcPts val="0"/>
              </a:spcAft>
              <a:buClr>
                <a:schemeClr val="dk1"/>
              </a:buClr>
              <a:buSzPts val="1200"/>
              <a:buChar char="–"/>
              <a:defRPr sz="1200"/>
            </a:lvl4pPr>
            <a:lvl5pPr marL="2286000" lvl="4" indent="-304800" algn="l">
              <a:lnSpc>
                <a:spcPct val="100000"/>
              </a:lnSpc>
              <a:spcBef>
                <a:spcPts val="200"/>
              </a:spcBef>
              <a:spcAft>
                <a:spcPts val="0"/>
              </a:spcAft>
              <a:buClr>
                <a:schemeClr val="dk1"/>
              </a:buClr>
              <a:buSzPts val="1200"/>
              <a:buChar char="»"/>
              <a:defRPr sz="1200"/>
            </a:lvl5pPr>
            <a:lvl6pPr marL="2743200" lvl="5" indent="-304800" algn="l">
              <a:lnSpc>
                <a:spcPct val="100000"/>
              </a:lnSpc>
              <a:spcBef>
                <a:spcPts val="200"/>
              </a:spcBef>
              <a:spcAft>
                <a:spcPts val="0"/>
              </a:spcAft>
              <a:buClr>
                <a:schemeClr val="dk1"/>
              </a:buClr>
              <a:buSzPts val="1200"/>
              <a:buChar char="•"/>
              <a:defRPr sz="1200"/>
            </a:lvl6pPr>
            <a:lvl7pPr marL="3200400" lvl="6" indent="-304800" algn="l">
              <a:lnSpc>
                <a:spcPct val="100000"/>
              </a:lnSpc>
              <a:spcBef>
                <a:spcPts val="200"/>
              </a:spcBef>
              <a:spcAft>
                <a:spcPts val="0"/>
              </a:spcAft>
              <a:buClr>
                <a:schemeClr val="dk1"/>
              </a:buClr>
              <a:buSzPts val="1200"/>
              <a:buChar char="•"/>
              <a:defRPr sz="1200"/>
            </a:lvl7pPr>
            <a:lvl8pPr marL="3657600" lvl="7" indent="-304800" algn="l">
              <a:lnSpc>
                <a:spcPct val="100000"/>
              </a:lnSpc>
              <a:spcBef>
                <a:spcPts val="200"/>
              </a:spcBef>
              <a:spcAft>
                <a:spcPts val="0"/>
              </a:spcAft>
              <a:buClr>
                <a:schemeClr val="dk1"/>
              </a:buClr>
              <a:buSzPts val="1200"/>
              <a:buChar char="•"/>
              <a:defRPr sz="1200"/>
            </a:lvl8pPr>
            <a:lvl9pPr marL="4114800" lvl="8" indent="-304800" algn="l">
              <a:lnSpc>
                <a:spcPct val="100000"/>
              </a:lnSpc>
              <a:spcBef>
                <a:spcPts val="200"/>
              </a:spcBef>
              <a:spcAft>
                <a:spcPts val="0"/>
              </a:spcAft>
              <a:buClr>
                <a:schemeClr val="dk1"/>
              </a:buClr>
              <a:buSzPts val="1200"/>
              <a:buChar char="•"/>
              <a:defRPr sz="1200"/>
            </a:lvl9pPr>
          </a:lstStyle>
          <a:p>
            <a:endParaRPr/>
          </a:p>
        </p:txBody>
      </p:sp>
      <p:sp>
        <p:nvSpPr>
          <p:cNvPr id="104" name="Google Shape;104;p20"/>
          <p:cNvSpPr txBox="1">
            <a:spLocks noGrp="1"/>
          </p:cNvSpPr>
          <p:nvPr>
            <p:ph type="body" idx="3"/>
          </p:nvPr>
        </p:nvSpPr>
        <p:spPr>
          <a:xfrm>
            <a:off x="4645026" y="1151335"/>
            <a:ext cx="4041775" cy="479822"/>
          </a:xfrm>
          <a:prstGeom prst="rect">
            <a:avLst/>
          </a:prstGeom>
          <a:noFill/>
          <a:ln>
            <a:noFill/>
          </a:ln>
        </p:spPr>
        <p:txBody>
          <a:bodyPr spcFirstLastPara="1" wrap="square" lIns="68575" tIns="34275" rIns="68575" bIns="34275" anchor="b" anchorCtr="0">
            <a:normAutofit/>
          </a:bodyPr>
          <a:lstStyle>
            <a:lvl1pPr marL="457200" lvl="0" indent="-228600" algn="l">
              <a:lnSpc>
                <a:spcPct val="100000"/>
              </a:lnSpc>
              <a:spcBef>
                <a:spcPts val="400"/>
              </a:spcBef>
              <a:spcAft>
                <a:spcPts val="0"/>
              </a:spcAft>
              <a:buClr>
                <a:schemeClr val="dk1"/>
              </a:buClr>
              <a:buSzPts val="1800"/>
              <a:buNone/>
              <a:defRPr sz="1800" b="1"/>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300"/>
              </a:spcBef>
              <a:spcAft>
                <a:spcPts val="0"/>
              </a:spcAft>
              <a:buClr>
                <a:schemeClr val="dk1"/>
              </a:buClr>
              <a:buSzPts val="1400"/>
              <a:buNone/>
              <a:defRPr sz="1400" b="1"/>
            </a:lvl3pPr>
            <a:lvl4pPr marL="1828800" lvl="3" indent="-228600" algn="l">
              <a:lnSpc>
                <a:spcPct val="100000"/>
              </a:lnSpc>
              <a:spcBef>
                <a:spcPts val="200"/>
              </a:spcBef>
              <a:spcAft>
                <a:spcPts val="0"/>
              </a:spcAft>
              <a:buClr>
                <a:schemeClr val="dk1"/>
              </a:buClr>
              <a:buSzPts val="1200"/>
              <a:buNone/>
              <a:defRPr sz="1200" b="1"/>
            </a:lvl4pPr>
            <a:lvl5pPr marL="2286000" lvl="4" indent="-228600" algn="l">
              <a:lnSpc>
                <a:spcPct val="100000"/>
              </a:lnSpc>
              <a:spcBef>
                <a:spcPts val="200"/>
              </a:spcBef>
              <a:spcAft>
                <a:spcPts val="0"/>
              </a:spcAft>
              <a:buClr>
                <a:schemeClr val="dk1"/>
              </a:buClr>
              <a:buSzPts val="1200"/>
              <a:buNone/>
              <a:defRPr sz="1200" b="1"/>
            </a:lvl5pPr>
            <a:lvl6pPr marL="2743200" lvl="5" indent="-228600" algn="l">
              <a:lnSpc>
                <a:spcPct val="100000"/>
              </a:lnSpc>
              <a:spcBef>
                <a:spcPts val="200"/>
              </a:spcBef>
              <a:spcAft>
                <a:spcPts val="0"/>
              </a:spcAft>
              <a:buClr>
                <a:schemeClr val="dk1"/>
              </a:buClr>
              <a:buSzPts val="1200"/>
              <a:buNone/>
              <a:defRPr sz="1200" b="1"/>
            </a:lvl6pPr>
            <a:lvl7pPr marL="3200400" lvl="6" indent="-228600" algn="l">
              <a:lnSpc>
                <a:spcPct val="100000"/>
              </a:lnSpc>
              <a:spcBef>
                <a:spcPts val="200"/>
              </a:spcBef>
              <a:spcAft>
                <a:spcPts val="0"/>
              </a:spcAft>
              <a:buClr>
                <a:schemeClr val="dk1"/>
              </a:buClr>
              <a:buSzPts val="1200"/>
              <a:buNone/>
              <a:defRPr sz="1200" b="1"/>
            </a:lvl7pPr>
            <a:lvl8pPr marL="3657600" lvl="7" indent="-228600" algn="l">
              <a:lnSpc>
                <a:spcPct val="100000"/>
              </a:lnSpc>
              <a:spcBef>
                <a:spcPts val="200"/>
              </a:spcBef>
              <a:spcAft>
                <a:spcPts val="0"/>
              </a:spcAft>
              <a:buClr>
                <a:schemeClr val="dk1"/>
              </a:buClr>
              <a:buSzPts val="1200"/>
              <a:buNone/>
              <a:defRPr sz="1200" b="1"/>
            </a:lvl8pPr>
            <a:lvl9pPr marL="4114800" lvl="8" indent="-228600" algn="l">
              <a:lnSpc>
                <a:spcPct val="100000"/>
              </a:lnSpc>
              <a:spcBef>
                <a:spcPts val="200"/>
              </a:spcBef>
              <a:spcAft>
                <a:spcPts val="0"/>
              </a:spcAft>
              <a:buClr>
                <a:schemeClr val="dk1"/>
              </a:buClr>
              <a:buSzPts val="1200"/>
              <a:buNone/>
              <a:defRPr sz="1200" b="1"/>
            </a:lvl9pPr>
          </a:lstStyle>
          <a:p>
            <a:endParaRPr/>
          </a:p>
        </p:txBody>
      </p:sp>
      <p:sp>
        <p:nvSpPr>
          <p:cNvPr id="105" name="Google Shape;105;p20"/>
          <p:cNvSpPr txBox="1">
            <a:spLocks noGrp="1"/>
          </p:cNvSpPr>
          <p:nvPr>
            <p:ph type="body" idx="4"/>
          </p:nvPr>
        </p:nvSpPr>
        <p:spPr>
          <a:xfrm>
            <a:off x="4645026" y="1631156"/>
            <a:ext cx="4041775" cy="2963466"/>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400"/>
              </a:spcBef>
              <a:spcAft>
                <a:spcPts val="0"/>
              </a:spcAft>
              <a:buClr>
                <a:schemeClr val="dk1"/>
              </a:buClr>
              <a:buSzPts val="1800"/>
              <a:buChar char="•"/>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7500" algn="l">
              <a:lnSpc>
                <a:spcPct val="100000"/>
              </a:lnSpc>
              <a:spcBef>
                <a:spcPts val="300"/>
              </a:spcBef>
              <a:spcAft>
                <a:spcPts val="0"/>
              </a:spcAft>
              <a:buClr>
                <a:schemeClr val="dk1"/>
              </a:buClr>
              <a:buSzPts val="1400"/>
              <a:buChar char="•"/>
              <a:defRPr sz="1400"/>
            </a:lvl3pPr>
            <a:lvl4pPr marL="1828800" lvl="3" indent="-304800" algn="l">
              <a:lnSpc>
                <a:spcPct val="100000"/>
              </a:lnSpc>
              <a:spcBef>
                <a:spcPts val="200"/>
              </a:spcBef>
              <a:spcAft>
                <a:spcPts val="0"/>
              </a:spcAft>
              <a:buClr>
                <a:schemeClr val="dk1"/>
              </a:buClr>
              <a:buSzPts val="1200"/>
              <a:buChar char="–"/>
              <a:defRPr sz="1200"/>
            </a:lvl4pPr>
            <a:lvl5pPr marL="2286000" lvl="4" indent="-304800" algn="l">
              <a:lnSpc>
                <a:spcPct val="100000"/>
              </a:lnSpc>
              <a:spcBef>
                <a:spcPts val="200"/>
              </a:spcBef>
              <a:spcAft>
                <a:spcPts val="0"/>
              </a:spcAft>
              <a:buClr>
                <a:schemeClr val="dk1"/>
              </a:buClr>
              <a:buSzPts val="1200"/>
              <a:buChar char="»"/>
              <a:defRPr sz="1200"/>
            </a:lvl5pPr>
            <a:lvl6pPr marL="2743200" lvl="5" indent="-304800" algn="l">
              <a:lnSpc>
                <a:spcPct val="100000"/>
              </a:lnSpc>
              <a:spcBef>
                <a:spcPts val="200"/>
              </a:spcBef>
              <a:spcAft>
                <a:spcPts val="0"/>
              </a:spcAft>
              <a:buClr>
                <a:schemeClr val="dk1"/>
              </a:buClr>
              <a:buSzPts val="1200"/>
              <a:buChar char="•"/>
              <a:defRPr sz="1200"/>
            </a:lvl6pPr>
            <a:lvl7pPr marL="3200400" lvl="6" indent="-304800" algn="l">
              <a:lnSpc>
                <a:spcPct val="100000"/>
              </a:lnSpc>
              <a:spcBef>
                <a:spcPts val="200"/>
              </a:spcBef>
              <a:spcAft>
                <a:spcPts val="0"/>
              </a:spcAft>
              <a:buClr>
                <a:schemeClr val="dk1"/>
              </a:buClr>
              <a:buSzPts val="1200"/>
              <a:buChar char="•"/>
              <a:defRPr sz="1200"/>
            </a:lvl7pPr>
            <a:lvl8pPr marL="3657600" lvl="7" indent="-304800" algn="l">
              <a:lnSpc>
                <a:spcPct val="100000"/>
              </a:lnSpc>
              <a:spcBef>
                <a:spcPts val="200"/>
              </a:spcBef>
              <a:spcAft>
                <a:spcPts val="0"/>
              </a:spcAft>
              <a:buClr>
                <a:schemeClr val="dk1"/>
              </a:buClr>
              <a:buSzPts val="1200"/>
              <a:buChar char="•"/>
              <a:defRPr sz="1200"/>
            </a:lvl8pPr>
            <a:lvl9pPr marL="4114800" lvl="8" indent="-304800" algn="l">
              <a:lnSpc>
                <a:spcPct val="100000"/>
              </a:lnSpc>
              <a:spcBef>
                <a:spcPts val="200"/>
              </a:spcBef>
              <a:spcAft>
                <a:spcPts val="0"/>
              </a:spcAft>
              <a:buClr>
                <a:schemeClr val="dk1"/>
              </a:buClr>
              <a:buSzPts val="1200"/>
              <a:buChar char="•"/>
              <a:defRPr sz="1200"/>
            </a:lvl9pPr>
          </a:lstStyle>
          <a:p>
            <a:endParaRPr/>
          </a:p>
        </p:txBody>
      </p:sp>
      <p:sp>
        <p:nvSpPr>
          <p:cNvPr id="106" name="Google Shape;106;p20"/>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7" name="Google Shape;107;p20"/>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20"/>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457200" y="205978"/>
            <a:ext cx="82296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21"/>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21"/>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3" name="Google Shape;113;p21"/>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4"/>
        <p:cNvGrpSpPr/>
        <p:nvPr/>
      </p:nvGrpSpPr>
      <p:grpSpPr>
        <a:xfrm>
          <a:off x="0" y="0"/>
          <a:ext cx="0" cy="0"/>
          <a:chOff x="0" y="0"/>
          <a:chExt cx="0" cy="0"/>
        </a:xfrm>
      </p:grpSpPr>
      <p:sp>
        <p:nvSpPr>
          <p:cNvPr id="115" name="Google Shape;115;p22"/>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6" name="Google Shape;116;p22"/>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7" name="Google Shape;117;p22"/>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457201" y="204788"/>
            <a:ext cx="3008313" cy="871538"/>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1500"/>
              <a:buFont typeface="Calibri"/>
              <a:buNone/>
              <a:defRPr sz="15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0" name="Google Shape;120;p23"/>
          <p:cNvSpPr txBox="1">
            <a:spLocks noGrp="1"/>
          </p:cNvSpPr>
          <p:nvPr>
            <p:ph type="body" idx="1"/>
          </p:nvPr>
        </p:nvSpPr>
        <p:spPr>
          <a:xfrm>
            <a:off x="3575050" y="204788"/>
            <a:ext cx="5111750" cy="4389835"/>
          </a:xfrm>
          <a:prstGeom prst="rect">
            <a:avLst/>
          </a:prstGeom>
          <a:noFill/>
          <a:ln>
            <a:noFill/>
          </a:ln>
        </p:spPr>
        <p:txBody>
          <a:bodyPr spcFirstLastPara="1" wrap="square" lIns="68575" tIns="34275" rIns="68575" bIns="34275" anchor="t" anchorCtr="0">
            <a:normAutofit/>
          </a:bodyPr>
          <a:lstStyle>
            <a:lvl1pPr marL="457200" lvl="0" indent="-381000" algn="l">
              <a:lnSpc>
                <a:spcPct val="100000"/>
              </a:lnSpc>
              <a:spcBef>
                <a:spcPts val="500"/>
              </a:spcBef>
              <a:spcAft>
                <a:spcPts val="0"/>
              </a:spcAft>
              <a:buClr>
                <a:schemeClr val="dk1"/>
              </a:buClr>
              <a:buSzPts val="2400"/>
              <a:buChar char="•"/>
              <a:defRPr sz="2400"/>
            </a:lvl1pPr>
            <a:lvl2pPr marL="914400" lvl="1" indent="-361950" algn="l">
              <a:lnSpc>
                <a:spcPct val="100000"/>
              </a:lnSpc>
              <a:spcBef>
                <a:spcPts val="400"/>
              </a:spcBef>
              <a:spcAft>
                <a:spcPts val="0"/>
              </a:spcAft>
              <a:buClr>
                <a:schemeClr val="dk1"/>
              </a:buClr>
              <a:buSzPts val="2100"/>
              <a:buChar char="–"/>
              <a:defRPr sz="2100"/>
            </a:lvl2pPr>
            <a:lvl3pPr marL="1371600" lvl="2" indent="-342900" algn="l">
              <a:lnSpc>
                <a:spcPct val="100000"/>
              </a:lnSpc>
              <a:spcBef>
                <a:spcPts val="400"/>
              </a:spcBef>
              <a:spcAft>
                <a:spcPts val="0"/>
              </a:spcAft>
              <a:buClr>
                <a:schemeClr val="dk1"/>
              </a:buClr>
              <a:buSzPts val="1800"/>
              <a:buChar char="•"/>
              <a:defRPr sz="1800"/>
            </a:lvl3pPr>
            <a:lvl4pPr marL="1828800" lvl="3" indent="-323850" algn="l">
              <a:lnSpc>
                <a:spcPct val="100000"/>
              </a:lnSpc>
              <a:spcBef>
                <a:spcPts val="300"/>
              </a:spcBef>
              <a:spcAft>
                <a:spcPts val="0"/>
              </a:spcAft>
              <a:buClr>
                <a:schemeClr val="dk1"/>
              </a:buClr>
              <a:buSzPts val="1500"/>
              <a:buChar char="–"/>
              <a:defRPr sz="1500"/>
            </a:lvl4pPr>
            <a:lvl5pPr marL="2286000" lvl="4" indent="-323850" algn="l">
              <a:lnSpc>
                <a:spcPct val="100000"/>
              </a:lnSpc>
              <a:spcBef>
                <a:spcPts val="300"/>
              </a:spcBef>
              <a:spcAft>
                <a:spcPts val="0"/>
              </a:spcAft>
              <a:buClr>
                <a:schemeClr val="dk1"/>
              </a:buClr>
              <a:buSzPts val="1500"/>
              <a:buChar char="»"/>
              <a:defRPr sz="1500"/>
            </a:lvl5pPr>
            <a:lvl6pPr marL="2743200" lvl="5" indent="-323850" algn="l">
              <a:lnSpc>
                <a:spcPct val="100000"/>
              </a:lnSpc>
              <a:spcBef>
                <a:spcPts val="300"/>
              </a:spcBef>
              <a:spcAft>
                <a:spcPts val="0"/>
              </a:spcAft>
              <a:buClr>
                <a:schemeClr val="dk1"/>
              </a:buClr>
              <a:buSzPts val="1500"/>
              <a:buChar char="•"/>
              <a:defRPr sz="1500"/>
            </a:lvl6pPr>
            <a:lvl7pPr marL="3200400" lvl="6" indent="-323850" algn="l">
              <a:lnSpc>
                <a:spcPct val="100000"/>
              </a:lnSpc>
              <a:spcBef>
                <a:spcPts val="300"/>
              </a:spcBef>
              <a:spcAft>
                <a:spcPts val="0"/>
              </a:spcAft>
              <a:buClr>
                <a:schemeClr val="dk1"/>
              </a:buClr>
              <a:buSzPts val="1500"/>
              <a:buChar char="•"/>
              <a:defRPr sz="1500"/>
            </a:lvl7pPr>
            <a:lvl8pPr marL="3657600" lvl="7" indent="-323850" algn="l">
              <a:lnSpc>
                <a:spcPct val="100000"/>
              </a:lnSpc>
              <a:spcBef>
                <a:spcPts val="300"/>
              </a:spcBef>
              <a:spcAft>
                <a:spcPts val="0"/>
              </a:spcAft>
              <a:buClr>
                <a:schemeClr val="dk1"/>
              </a:buClr>
              <a:buSzPts val="1500"/>
              <a:buChar char="•"/>
              <a:defRPr sz="1500"/>
            </a:lvl8pPr>
            <a:lvl9pPr marL="4114800" lvl="8" indent="-323850" algn="l">
              <a:lnSpc>
                <a:spcPct val="100000"/>
              </a:lnSpc>
              <a:spcBef>
                <a:spcPts val="300"/>
              </a:spcBef>
              <a:spcAft>
                <a:spcPts val="0"/>
              </a:spcAft>
              <a:buClr>
                <a:schemeClr val="dk1"/>
              </a:buClr>
              <a:buSzPts val="1500"/>
              <a:buChar char="•"/>
              <a:defRPr sz="1500"/>
            </a:lvl9pPr>
          </a:lstStyle>
          <a:p>
            <a:endParaRPr/>
          </a:p>
        </p:txBody>
      </p:sp>
      <p:sp>
        <p:nvSpPr>
          <p:cNvPr id="121" name="Google Shape;121;p23"/>
          <p:cNvSpPr txBox="1">
            <a:spLocks noGrp="1"/>
          </p:cNvSpPr>
          <p:nvPr>
            <p:ph type="body" idx="2"/>
          </p:nvPr>
        </p:nvSpPr>
        <p:spPr>
          <a:xfrm>
            <a:off x="457201" y="1076326"/>
            <a:ext cx="3008313" cy="3518297"/>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200"/>
              </a:spcBef>
              <a:spcAft>
                <a:spcPts val="0"/>
              </a:spcAft>
              <a:buClr>
                <a:schemeClr val="dk1"/>
              </a:buClr>
              <a:buSzPts val="1100"/>
              <a:buNone/>
              <a:defRPr sz="1100"/>
            </a:lvl1pPr>
            <a:lvl2pPr marL="914400" lvl="1" indent="-228600" algn="l">
              <a:lnSpc>
                <a:spcPct val="100000"/>
              </a:lnSpc>
              <a:spcBef>
                <a:spcPts val="200"/>
              </a:spcBef>
              <a:spcAft>
                <a:spcPts val="0"/>
              </a:spcAft>
              <a:buClr>
                <a:schemeClr val="dk1"/>
              </a:buClr>
              <a:buSzPts val="900"/>
              <a:buNone/>
              <a:defRPr sz="900"/>
            </a:lvl2pPr>
            <a:lvl3pPr marL="1371600" lvl="2" indent="-228600" algn="l">
              <a:lnSpc>
                <a:spcPct val="100000"/>
              </a:lnSpc>
              <a:spcBef>
                <a:spcPts val="200"/>
              </a:spcBef>
              <a:spcAft>
                <a:spcPts val="0"/>
              </a:spcAft>
              <a:buClr>
                <a:schemeClr val="dk1"/>
              </a:buClr>
              <a:buSzPts val="800"/>
              <a:buNone/>
              <a:defRPr sz="800"/>
            </a:lvl3pPr>
            <a:lvl4pPr marL="1828800" lvl="3" indent="-228600" algn="l">
              <a:lnSpc>
                <a:spcPct val="100000"/>
              </a:lnSpc>
              <a:spcBef>
                <a:spcPts val="100"/>
              </a:spcBef>
              <a:spcAft>
                <a:spcPts val="0"/>
              </a:spcAft>
              <a:buClr>
                <a:schemeClr val="dk1"/>
              </a:buClr>
              <a:buSzPts val="700"/>
              <a:buNone/>
              <a:defRPr sz="700"/>
            </a:lvl4pPr>
            <a:lvl5pPr marL="2286000" lvl="4" indent="-228600" algn="l">
              <a:lnSpc>
                <a:spcPct val="100000"/>
              </a:lnSpc>
              <a:spcBef>
                <a:spcPts val="1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122" name="Google Shape;122;p23"/>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3"/>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23"/>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5"/>
        <p:cNvGrpSpPr/>
        <p:nvPr/>
      </p:nvGrpSpPr>
      <p:grpSpPr>
        <a:xfrm>
          <a:off x="0" y="0"/>
          <a:ext cx="0" cy="0"/>
          <a:chOff x="0" y="0"/>
          <a:chExt cx="0" cy="0"/>
        </a:xfrm>
      </p:grpSpPr>
      <p:sp>
        <p:nvSpPr>
          <p:cNvPr id="126" name="Google Shape;126;p24"/>
          <p:cNvSpPr txBox="1">
            <a:spLocks noGrp="1"/>
          </p:cNvSpPr>
          <p:nvPr>
            <p:ph type="title"/>
          </p:nvPr>
        </p:nvSpPr>
        <p:spPr>
          <a:xfrm>
            <a:off x="1792288" y="3600450"/>
            <a:ext cx="5486400" cy="425054"/>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1500"/>
              <a:buFont typeface="Calibri"/>
              <a:buNone/>
              <a:defRPr sz="1500" b="1"/>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7" name="Google Shape;127;p24"/>
          <p:cNvSpPr>
            <a:spLocks noGrp="1"/>
          </p:cNvSpPr>
          <p:nvPr>
            <p:ph type="pic" idx="2"/>
          </p:nvPr>
        </p:nvSpPr>
        <p:spPr>
          <a:xfrm>
            <a:off x="1792288" y="459581"/>
            <a:ext cx="5486400" cy="3086100"/>
          </a:xfrm>
          <a:prstGeom prst="rect">
            <a:avLst/>
          </a:prstGeom>
          <a:noFill/>
          <a:ln>
            <a:noFill/>
          </a:ln>
        </p:spPr>
      </p:sp>
      <p:sp>
        <p:nvSpPr>
          <p:cNvPr id="128" name="Google Shape;128;p24"/>
          <p:cNvSpPr txBox="1">
            <a:spLocks noGrp="1"/>
          </p:cNvSpPr>
          <p:nvPr>
            <p:ph type="body" idx="1"/>
          </p:nvPr>
        </p:nvSpPr>
        <p:spPr>
          <a:xfrm>
            <a:off x="1792288" y="4025503"/>
            <a:ext cx="5486400" cy="603647"/>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200"/>
              </a:spcBef>
              <a:spcAft>
                <a:spcPts val="0"/>
              </a:spcAft>
              <a:buClr>
                <a:schemeClr val="dk1"/>
              </a:buClr>
              <a:buSzPts val="1100"/>
              <a:buNone/>
              <a:defRPr sz="1100"/>
            </a:lvl1pPr>
            <a:lvl2pPr marL="914400" lvl="1" indent="-228600" algn="l">
              <a:lnSpc>
                <a:spcPct val="100000"/>
              </a:lnSpc>
              <a:spcBef>
                <a:spcPts val="200"/>
              </a:spcBef>
              <a:spcAft>
                <a:spcPts val="0"/>
              </a:spcAft>
              <a:buClr>
                <a:schemeClr val="dk1"/>
              </a:buClr>
              <a:buSzPts val="900"/>
              <a:buNone/>
              <a:defRPr sz="900"/>
            </a:lvl2pPr>
            <a:lvl3pPr marL="1371600" lvl="2" indent="-228600" algn="l">
              <a:lnSpc>
                <a:spcPct val="100000"/>
              </a:lnSpc>
              <a:spcBef>
                <a:spcPts val="200"/>
              </a:spcBef>
              <a:spcAft>
                <a:spcPts val="0"/>
              </a:spcAft>
              <a:buClr>
                <a:schemeClr val="dk1"/>
              </a:buClr>
              <a:buSzPts val="800"/>
              <a:buNone/>
              <a:defRPr sz="800"/>
            </a:lvl3pPr>
            <a:lvl4pPr marL="1828800" lvl="3" indent="-228600" algn="l">
              <a:lnSpc>
                <a:spcPct val="100000"/>
              </a:lnSpc>
              <a:spcBef>
                <a:spcPts val="100"/>
              </a:spcBef>
              <a:spcAft>
                <a:spcPts val="0"/>
              </a:spcAft>
              <a:buClr>
                <a:schemeClr val="dk1"/>
              </a:buClr>
              <a:buSzPts val="700"/>
              <a:buNone/>
              <a:defRPr sz="700"/>
            </a:lvl4pPr>
            <a:lvl5pPr marL="2286000" lvl="4" indent="-228600" algn="l">
              <a:lnSpc>
                <a:spcPct val="100000"/>
              </a:lnSpc>
              <a:spcBef>
                <a:spcPts val="100"/>
              </a:spcBef>
              <a:spcAft>
                <a:spcPts val="0"/>
              </a:spcAft>
              <a:buClr>
                <a:schemeClr val="dk1"/>
              </a:buClr>
              <a:buSzPts val="700"/>
              <a:buNone/>
              <a:defRPr sz="700"/>
            </a:lvl5pPr>
            <a:lvl6pPr marL="2743200" lvl="5" indent="-228600" algn="l">
              <a:lnSpc>
                <a:spcPct val="100000"/>
              </a:lnSpc>
              <a:spcBef>
                <a:spcPts val="100"/>
              </a:spcBef>
              <a:spcAft>
                <a:spcPts val="0"/>
              </a:spcAft>
              <a:buClr>
                <a:schemeClr val="dk1"/>
              </a:buClr>
              <a:buSzPts val="700"/>
              <a:buNone/>
              <a:defRPr sz="700"/>
            </a:lvl6pPr>
            <a:lvl7pPr marL="3200400" lvl="6" indent="-228600" algn="l">
              <a:lnSpc>
                <a:spcPct val="100000"/>
              </a:lnSpc>
              <a:spcBef>
                <a:spcPts val="100"/>
              </a:spcBef>
              <a:spcAft>
                <a:spcPts val="0"/>
              </a:spcAft>
              <a:buClr>
                <a:schemeClr val="dk1"/>
              </a:buClr>
              <a:buSzPts val="700"/>
              <a:buNone/>
              <a:defRPr sz="700"/>
            </a:lvl7pPr>
            <a:lvl8pPr marL="3657600" lvl="7" indent="-228600" algn="l">
              <a:lnSpc>
                <a:spcPct val="100000"/>
              </a:lnSpc>
              <a:spcBef>
                <a:spcPts val="100"/>
              </a:spcBef>
              <a:spcAft>
                <a:spcPts val="0"/>
              </a:spcAft>
              <a:buClr>
                <a:schemeClr val="dk1"/>
              </a:buClr>
              <a:buSzPts val="700"/>
              <a:buNone/>
              <a:defRPr sz="700"/>
            </a:lvl8pPr>
            <a:lvl9pPr marL="4114800" lvl="8" indent="-228600" algn="l">
              <a:lnSpc>
                <a:spcPct val="100000"/>
              </a:lnSpc>
              <a:spcBef>
                <a:spcPts val="100"/>
              </a:spcBef>
              <a:spcAft>
                <a:spcPts val="0"/>
              </a:spcAft>
              <a:buClr>
                <a:schemeClr val="dk1"/>
              </a:buClr>
              <a:buSzPts val="700"/>
              <a:buNone/>
              <a:defRPr sz="700"/>
            </a:lvl9pPr>
          </a:lstStyle>
          <a:p>
            <a:endParaRPr/>
          </a:p>
        </p:txBody>
      </p:sp>
      <p:sp>
        <p:nvSpPr>
          <p:cNvPr id="129" name="Google Shape;129;p24"/>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0" name="Google Shape;130;p24"/>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4"/>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457200" y="205978"/>
            <a:ext cx="82296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4" name="Google Shape;134;p25"/>
          <p:cNvSpPr txBox="1">
            <a:spLocks noGrp="1"/>
          </p:cNvSpPr>
          <p:nvPr>
            <p:ph type="body" idx="1"/>
          </p:nvPr>
        </p:nvSpPr>
        <p:spPr>
          <a:xfrm rot="5400000">
            <a:off x="2874764" y="-1217414"/>
            <a:ext cx="3394472" cy="8229600"/>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35" name="Google Shape;135;p25"/>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6" name="Google Shape;136;p25"/>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7" name="Google Shape;137;p25"/>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rot="5400000">
            <a:off x="5463779" y="1371602"/>
            <a:ext cx="4388644" cy="205740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0" name="Google Shape;140;p26"/>
          <p:cNvSpPr txBox="1">
            <a:spLocks noGrp="1"/>
          </p:cNvSpPr>
          <p:nvPr>
            <p:ph type="body" idx="1"/>
          </p:nvPr>
        </p:nvSpPr>
        <p:spPr>
          <a:xfrm rot="5400000">
            <a:off x="1272779" y="-609599"/>
            <a:ext cx="4388644" cy="6019800"/>
          </a:xfrm>
          <a:prstGeom prst="rect">
            <a:avLst/>
          </a:prstGeom>
          <a:noFill/>
          <a:ln>
            <a:noFill/>
          </a:ln>
        </p:spPr>
        <p:txBody>
          <a:bodyPr spcFirstLastPara="1" wrap="square" lIns="68575" tIns="34275" rIns="68575" bIns="34275" anchor="t" anchorCtr="0">
            <a:normAutofit/>
          </a:bodyPr>
          <a:lstStyle>
            <a:lvl1pPr marL="457200" lvl="0" indent="-317500" algn="l">
              <a:lnSpc>
                <a:spcPct val="100000"/>
              </a:lnSpc>
              <a:spcBef>
                <a:spcPts val="300"/>
              </a:spcBef>
              <a:spcAft>
                <a:spcPts val="0"/>
              </a:spcAft>
              <a:buClr>
                <a:schemeClr val="dk1"/>
              </a:buClr>
              <a:buSzPts val="1400"/>
              <a:buChar char="•"/>
              <a:defRPr/>
            </a:lvl1pPr>
            <a:lvl2pPr marL="914400" lvl="1" indent="-317500" algn="l">
              <a:lnSpc>
                <a:spcPct val="100000"/>
              </a:lnSpc>
              <a:spcBef>
                <a:spcPts val="300"/>
              </a:spcBef>
              <a:spcAft>
                <a:spcPts val="0"/>
              </a:spcAft>
              <a:buClr>
                <a:schemeClr val="dk1"/>
              </a:buClr>
              <a:buSzPts val="1400"/>
              <a:buChar char="–"/>
              <a:defRPr/>
            </a:lvl2pPr>
            <a:lvl3pPr marL="1371600" lvl="2" indent="-317500" algn="l">
              <a:lnSpc>
                <a:spcPct val="100000"/>
              </a:lnSpc>
              <a:spcBef>
                <a:spcPts val="300"/>
              </a:spcBef>
              <a:spcAft>
                <a:spcPts val="0"/>
              </a:spcAft>
              <a:buClr>
                <a:schemeClr val="dk1"/>
              </a:buClr>
              <a:buSzPts val="1400"/>
              <a:buChar char="•"/>
              <a:defRPr/>
            </a:lvl3pPr>
            <a:lvl4pPr marL="1828800" lvl="3" indent="-317500" algn="l">
              <a:lnSpc>
                <a:spcPct val="100000"/>
              </a:lnSpc>
              <a:spcBef>
                <a:spcPts val="300"/>
              </a:spcBef>
              <a:spcAft>
                <a:spcPts val="0"/>
              </a:spcAft>
              <a:buClr>
                <a:schemeClr val="dk1"/>
              </a:buClr>
              <a:buSzPts val="1400"/>
              <a:buChar char="–"/>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41" name="Google Shape;141;p26"/>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2" name="Google Shape;142;p26"/>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3" name="Google Shape;143;p26"/>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44"/>
        <p:cNvGrpSpPr/>
        <p:nvPr/>
      </p:nvGrpSpPr>
      <p:grpSpPr>
        <a:xfrm>
          <a:off x="0" y="0"/>
          <a:ext cx="0" cy="0"/>
          <a:chOff x="0" y="0"/>
          <a:chExt cx="0" cy="0"/>
        </a:xfrm>
      </p:grpSpPr>
      <p:pic>
        <p:nvPicPr>
          <p:cNvPr id="145" name="Google Shape;145;p27"/>
          <p:cNvPicPr preferRelativeResize="0"/>
          <p:nvPr/>
        </p:nvPicPr>
        <p:blipFill rotWithShape="1">
          <a:blip r:embed="rId2">
            <a:alphaModFix/>
          </a:blip>
          <a:srcRect/>
          <a:stretch/>
        </p:blipFill>
        <p:spPr>
          <a:xfrm>
            <a:off x="228601" y="4457700"/>
            <a:ext cx="1154113" cy="228600"/>
          </a:xfrm>
          <a:prstGeom prst="rect">
            <a:avLst/>
          </a:prstGeom>
          <a:noFill/>
          <a:ln>
            <a:noFill/>
          </a:ln>
        </p:spPr>
      </p:pic>
      <p:sp>
        <p:nvSpPr>
          <p:cNvPr id="146" name="Google Shape;146;p27"/>
          <p:cNvSpPr/>
          <p:nvPr/>
        </p:nvSpPr>
        <p:spPr>
          <a:xfrm>
            <a:off x="1752601" y="4457700"/>
            <a:ext cx="7381875" cy="28575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1500"/>
              <a:buFont typeface="Arial"/>
              <a:buNone/>
            </a:pPr>
            <a:r>
              <a:rPr lang="en-GB" sz="1500" b="1" i="0" u="none" strike="noStrike" cap="none">
                <a:solidFill>
                  <a:schemeClr val="lt1"/>
                </a:solidFill>
                <a:latin typeface="Arial"/>
                <a:ea typeface="Arial"/>
                <a:cs typeface="Arial"/>
                <a:sym typeface="Arial"/>
              </a:rPr>
              <a:t>Final Year Defense</a:t>
            </a:r>
            <a:endParaRPr sz="1400" b="1" i="0" u="none" strike="noStrike" cap="none">
              <a:solidFill>
                <a:schemeClr val="lt1"/>
              </a:solidFill>
              <a:latin typeface="Arial"/>
              <a:ea typeface="Arial"/>
              <a:cs typeface="Arial"/>
              <a:sym typeface="Arial"/>
            </a:endParaRPr>
          </a:p>
        </p:txBody>
      </p:sp>
      <p:sp>
        <p:nvSpPr>
          <p:cNvPr id="147" name="Google Shape;147;p27"/>
          <p:cNvSpPr/>
          <p:nvPr/>
        </p:nvSpPr>
        <p:spPr>
          <a:xfrm>
            <a:off x="0" y="0"/>
            <a:ext cx="9144000" cy="17145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8" name="Google Shape;148;p27"/>
          <p:cNvSpPr txBox="1">
            <a:spLocks noGrp="1"/>
          </p:cNvSpPr>
          <p:nvPr>
            <p:ph type="title"/>
          </p:nvPr>
        </p:nvSpPr>
        <p:spPr>
          <a:xfrm>
            <a:off x="457200" y="205978"/>
            <a:ext cx="8229600" cy="857250"/>
          </a:xfrm>
          <a:prstGeom prst="rect">
            <a:avLst/>
          </a:prstGeom>
          <a:noFill/>
          <a:ln>
            <a:noFill/>
          </a:ln>
        </p:spPr>
        <p:txBody>
          <a:bodyPr spcFirstLastPara="1" wrap="square" lIns="68575" tIns="34275" rIns="68575" bIns="34275" anchor="ctr" anchorCtr="0">
            <a:normAutofit/>
          </a:bodyPr>
          <a:lstStyle>
            <a:lvl1pPr lvl="0" algn="ctr">
              <a:lnSpc>
                <a:spcPct val="100000"/>
              </a:lnSpc>
              <a:spcBef>
                <a:spcPts val="0"/>
              </a:spcBef>
              <a:spcAft>
                <a:spcPts val="0"/>
              </a:spcAft>
              <a:buClr>
                <a:srgbClr val="366092"/>
              </a:buClr>
              <a:buSzPts val="3300"/>
              <a:buFont typeface="Calibri"/>
              <a:buNone/>
              <a:defRPr b="1">
                <a:solidFill>
                  <a:srgbClr val="36609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9" name="Google Shape;149;p27"/>
          <p:cNvSpPr txBox="1">
            <a:spLocks noGrp="1"/>
          </p:cNvSpPr>
          <p:nvPr>
            <p:ph type="body" idx="1"/>
          </p:nvPr>
        </p:nvSpPr>
        <p:spPr>
          <a:xfrm>
            <a:off x="457200" y="1257300"/>
            <a:ext cx="8229600" cy="2971800"/>
          </a:xfrm>
          <a:prstGeom prst="rect">
            <a:avLst/>
          </a:prstGeom>
          <a:noFill/>
          <a:ln>
            <a:noFill/>
          </a:ln>
        </p:spPr>
        <p:txBody>
          <a:bodyPr spcFirstLastPara="1" wrap="square" lIns="68575" tIns="34275" rIns="68575" bIns="34275" anchor="t" anchorCtr="0">
            <a:normAutofit/>
          </a:bodyPr>
          <a:lstStyle>
            <a:lvl1pPr marL="457200" lvl="0" indent="-381000" algn="l">
              <a:lnSpc>
                <a:spcPct val="100000"/>
              </a:lnSpc>
              <a:spcBef>
                <a:spcPts val="500"/>
              </a:spcBef>
              <a:spcAft>
                <a:spcPts val="0"/>
              </a:spcAft>
              <a:buClr>
                <a:srgbClr val="366092"/>
              </a:buClr>
              <a:buSzPts val="2400"/>
              <a:buChar char="•"/>
              <a:defRPr>
                <a:solidFill>
                  <a:srgbClr val="366092"/>
                </a:solidFill>
              </a:defRPr>
            </a:lvl1pPr>
            <a:lvl2pPr marL="914400" lvl="1" indent="-361950" algn="l">
              <a:lnSpc>
                <a:spcPct val="100000"/>
              </a:lnSpc>
              <a:spcBef>
                <a:spcPts val="400"/>
              </a:spcBef>
              <a:spcAft>
                <a:spcPts val="0"/>
              </a:spcAft>
              <a:buClr>
                <a:srgbClr val="31859B"/>
              </a:buClr>
              <a:buSzPts val="2100"/>
              <a:buChar char="–"/>
              <a:defRPr>
                <a:solidFill>
                  <a:srgbClr val="31859B"/>
                </a:solidFill>
              </a:defRPr>
            </a:lvl2pPr>
            <a:lvl3pPr marL="1371600" lvl="2" indent="-342900" algn="l">
              <a:lnSpc>
                <a:spcPct val="100000"/>
              </a:lnSpc>
              <a:spcBef>
                <a:spcPts val="400"/>
              </a:spcBef>
              <a:spcAft>
                <a:spcPts val="0"/>
              </a:spcAft>
              <a:buClr>
                <a:srgbClr val="953734"/>
              </a:buClr>
              <a:buSzPts val="1800"/>
              <a:buChar char="•"/>
              <a:defRPr>
                <a:solidFill>
                  <a:srgbClr val="953734"/>
                </a:solidFill>
              </a:defRPr>
            </a:lvl3pPr>
            <a:lvl4pPr marL="1828800" lvl="3" indent="-323850" algn="l">
              <a:lnSpc>
                <a:spcPct val="100000"/>
              </a:lnSpc>
              <a:spcBef>
                <a:spcPts val="300"/>
              </a:spcBef>
              <a:spcAft>
                <a:spcPts val="0"/>
              </a:spcAft>
              <a:buClr>
                <a:srgbClr val="E36C09"/>
              </a:buClr>
              <a:buSzPts val="1500"/>
              <a:buChar char="–"/>
              <a:defRPr>
                <a:solidFill>
                  <a:srgbClr val="E36C09"/>
                </a:solidFill>
              </a:defRPr>
            </a:lvl4pPr>
            <a:lvl5pPr marL="2286000" lvl="4" indent="-317500" algn="l">
              <a:lnSpc>
                <a:spcPct val="100000"/>
              </a:lnSpc>
              <a:spcBef>
                <a:spcPts val="300"/>
              </a:spcBef>
              <a:spcAft>
                <a:spcPts val="0"/>
              </a:spcAft>
              <a:buClr>
                <a:schemeClr val="dk1"/>
              </a:buClr>
              <a:buSzPts val="1400"/>
              <a:buChar char="»"/>
              <a:defRPr/>
            </a:lvl5pPr>
            <a:lvl6pPr marL="2743200" lvl="5" indent="-317500" algn="l">
              <a:lnSpc>
                <a:spcPct val="100000"/>
              </a:lnSpc>
              <a:spcBef>
                <a:spcPts val="300"/>
              </a:spcBef>
              <a:spcAft>
                <a:spcPts val="0"/>
              </a:spcAft>
              <a:buClr>
                <a:schemeClr val="dk1"/>
              </a:buClr>
              <a:buSzPts val="1400"/>
              <a:buChar char="•"/>
              <a:defRPr/>
            </a:lvl6pPr>
            <a:lvl7pPr marL="3200400" lvl="6" indent="-317500" algn="l">
              <a:lnSpc>
                <a:spcPct val="100000"/>
              </a:lnSpc>
              <a:spcBef>
                <a:spcPts val="300"/>
              </a:spcBef>
              <a:spcAft>
                <a:spcPts val="0"/>
              </a:spcAft>
              <a:buClr>
                <a:schemeClr val="dk1"/>
              </a:buClr>
              <a:buSzPts val="1400"/>
              <a:buChar char="•"/>
              <a:defRPr/>
            </a:lvl7pPr>
            <a:lvl8pPr marL="3657600" lvl="7" indent="-317500" algn="l">
              <a:lnSpc>
                <a:spcPct val="100000"/>
              </a:lnSpc>
              <a:spcBef>
                <a:spcPts val="300"/>
              </a:spcBef>
              <a:spcAft>
                <a:spcPts val="0"/>
              </a:spcAft>
              <a:buClr>
                <a:schemeClr val="dk1"/>
              </a:buClr>
              <a:buSzPts val="1400"/>
              <a:buChar char="•"/>
              <a:defRPr/>
            </a:lvl8pPr>
            <a:lvl9pPr marL="4114800" lvl="8" indent="-317500" algn="l">
              <a:lnSpc>
                <a:spcPct val="100000"/>
              </a:lnSpc>
              <a:spcBef>
                <a:spcPts val="300"/>
              </a:spcBef>
              <a:spcAft>
                <a:spcPts val="0"/>
              </a:spcAft>
              <a:buClr>
                <a:schemeClr val="dk1"/>
              </a:buClr>
              <a:buSzPts val="1400"/>
              <a:buChar char="•"/>
              <a:defRPr/>
            </a:lvl9pPr>
          </a:lstStyle>
          <a:p>
            <a:endParaRPr/>
          </a:p>
        </p:txBody>
      </p:sp>
      <p:sp>
        <p:nvSpPr>
          <p:cNvPr id="150" name="Google Shape;150;p27"/>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1" name="Google Shape;151;p27"/>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2" name="Google Shape;152;p27"/>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250"/>
          </a:xfrm>
          <a:prstGeom prst="rect">
            <a:avLst/>
          </a:prstGeom>
          <a:noFill/>
          <a:ln>
            <a:noFill/>
          </a:ln>
        </p:spPr>
        <p:txBody>
          <a:bodyPr spcFirstLastPara="1" wrap="square" lIns="68575" tIns="34275" rIns="68575" bIns="34275" anchor="ctr" anchorCtr="0">
            <a:normAutofit/>
          </a:bodyPr>
          <a:lstStyle>
            <a:lvl1pPr marR="0" lvl="0" algn="ctr" rtl="0">
              <a:lnSpc>
                <a:spcPct val="10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457200" y="1200151"/>
            <a:ext cx="8229600" cy="3394472"/>
          </a:xfrm>
          <a:prstGeom prst="rect">
            <a:avLst/>
          </a:prstGeom>
          <a:noFill/>
          <a:ln>
            <a:noFill/>
          </a:ln>
        </p:spPr>
        <p:txBody>
          <a:bodyPr spcFirstLastPara="1" wrap="square" lIns="68575" tIns="34275" rIns="68575" bIns="34275" anchor="t" anchorCtr="0">
            <a:normAutofit/>
          </a:bodyPr>
          <a:lstStyle>
            <a:lvl1pPr marL="457200" marR="0" lvl="0"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100000"/>
              </a:lnSpc>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21336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a:off x="3124200" y="4767263"/>
            <a:ext cx="28956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8"/>
          <p:cNvSpPr txBox="1">
            <a:spLocks noGrp="1"/>
          </p:cNvSpPr>
          <p:nvPr>
            <p:ph type="ctrTitle"/>
          </p:nvPr>
        </p:nvSpPr>
        <p:spPr>
          <a:xfrm>
            <a:off x="685800" y="857250"/>
            <a:ext cx="7772400" cy="1314600"/>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2700"/>
              <a:buFont typeface="Calibri"/>
              <a:buNone/>
            </a:pPr>
            <a:r>
              <a:rPr lang="en-GB" sz="2700" dirty="0">
                <a:solidFill>
                  <a:srgbClr val="7030A0"/>
                </a:solidFill>
              </a:rPr>
              <a:t>An Explainable machine learning framework for university students dropout prediction and risk factor analysis</a:t>
            </a:r>
            <a:endParaRPr dirty="0"/>
          </a:p>
        </p:txBody>
      </p:sp>
      <p:sp>
        <p:nvSpPr>
          <p:cNvPr id="158" name="Google Shape;158;p28"/>
          <p:cNvSpPr txBox="1">
            <a:spLocks noGrp="1"/>
          </p:cNvSpPr>
          <p:nvPr>
            <p:ph type="subTitle" idx="1"/>
          </p:nvPr>
        </p:nvSpPr>
        <p:spPr>
          <a:xfrm>
            <a:off x="2914650" y="2800350"/>
            <a:ext cx="3600600" cy="1828800"/>
          </a:xfrm>
          <a:prstGeom prst="rect">
            <a:avLst/>
          </a:prstGeom>
          <a:noFill/>
          <a:ln>
            <a:noFill/>
          </a:ln>
        </p:spPr>
        <p:txBody>
          <a:bodyPr spcFirstLastPara="1" wrap="square" lIns="68575" tIns="34275" rIns="68575" bIns="34275" anchor="t" anchorCtr="0">
            <a:normAutofit fontScale="25000" lnSpcReduction="20000"/>
          </a:bodyPr>
          <a:lstStyle/>
          <a:p>
            <a:pPr marL="0" lvl="0" indent="0" algn="ctr" rtl="0">
              <a:lnSpc>
                <a:spcPct val="100000"/>
              </a:lnSpc>
              <a:spcBef>
                <a:spcPts val="0"/>
              </a:spcBef>
              <a:spcAft>
                <a:spcPts val="0"/>
              </a:spcAft>
              <a:buClr>
                <a:srgbClr val="366092"/>
              </a:buClr>
              <a:buSzPct val="64776"/>
              <a:buNone/>
            </a:pPr>
            <a:endParaRPr sz="772" b="1">
              <a:solidFill>
                <a:schemeClr val="dk1"/>
              </a:solidFill>
              <a:latin typeface="Times New Roman"/>
              <a:ea typeface="Times New Roman"/>
              <a:cs typeface="Times New Roman"/>
              <a:sym typeface="Times New Roman"/>
            </a:endParaRPr>
          </a:p>
          <a:p>
            <a:pPr marL="0" lvl="0" indent="0" algn="ctr" rtl="0">
              <a:lnSpc>
                <a:spcPct val="100000"/>
              </a:lnSpc>
              <a:spcBef>
                <a:spcPts val="300"/>
              </a:spcBef>
              <a:spcAft>
                <a:spcPts val="0"/>
              </a:spcAft>
              <a:buClr>
                <a:schemeClr val="dk1"/>
              </a:buClr>
              <a:buSzPts val="350"/>
              <a:buNone/>
            </a:pPr>
            <a:r>
              <a:rPr lang="en-GB" sz="6200" b="1">
                <a:solidFill>
                  <a:schemeClr val="dk1"/>
                </a:solidFill>
                <a:latin typeface="Times New Roman"/>
                <a:ea typeface="Times New Roman"/>
                <a:cs typeface="Times New Roman"/>
                <a:sym typeface="Times New Roman"/>
              </a:rPr>
              <a:t>Arnob Das</a:t>
            </a:r>
            <a:endParaRPr sz="6200"/>
          </a:p>
          <a:p>
            <a:pPr marL="0" lvl="0" indent="0" algn="ctr" rtl="0">
              <a:lnSpc>
                <a:spcPct val="100000"/>
              </a:lnSpc>
              <a:spcBef>
                <a:spcPts val="300"/>
              </a:spcBef>
              <a:spcAft>
                <a:spcPts val="0"/>
              </a:spcAft>
              <a:buClr>
                <a:schemeClr val="dk1"/>
              </a:buClr>
              <a:buSzPts val="350"/>
              <a:buNone/>
            </a:pPr>
            <a:r>
              <a:rPr lang="en-GB" sz="6200" b="1">
                <a:solidFill>
                  <a:schemeClr val="dk1"/>
                </a:solidFill>
                <a:latin typeface="Times New Roman"/>
                <a:ea typeface="Times New Roman"/>
                <a:cs typeface="Times New Roman"/>
                <a:sym typeface="Times New Roman"/>
              </a:rPr>
              <a:t>ID : </a:t>
            </a:r>
            <a:r>
              <a:rPr lang="en-GB" sz="6200">
                <a:solidFill>
                  <a:schemeClr val="dk1"/>
                </a:solidFill>
                <a:latin typeface="Times New Roman"/>
                <a:ea typeface="Times New Roman"/>
                <a:cs typeface="Times New Roman"/>
                <a:sym typeface="Times New Roman"/>
              </a:rPr>
              <a:t>0242310005101361</a:t>
            </a:r>
            <a:endParaRPr sz="6800"/>
          </a:p>
          <a:p>
            <a:pPr marL="0" lvl="0" indent="0" algn="ctr" rtl="0">
              <a:lnSpc>
                <a:spcPct val="100000"/>
              </a:lnSpc>
              <a:spcBef>
                <a:spcPts val="200"/>
              </a:spcBef>
              <a:spcAft>
                <a:spcPts val="0"/>
              </a:spcAft>
              <a:buClr>
                <a:srgbClr val="00B050"/>
              </a:buClr>
              <a:buSzPts val="225"/>
              <a:buNone/>
            </a:pPr>
            <a:r>
              <a:rPr lang="en-GB" sz="5700">
                <a:solidFill>
                  <a:srgbClr val="00B050"/>
                </a:solidFill>
                <a:latin typeface="Times New Roman"/>
                <a:ea typeface="Times New Roman"/>
                <a:cs typeface="Times New Roman"/>
                <a:sym typeface="Times New Roman"/>
              </a:rPr>
              <a:t>And</a:t>
            </a:r>
            <a:endParaRPr sz="6800"/>
          </a:p>
          <a:p>
            <a:pPr marL="0" lvl="0" indent="0" algn="ctr" rtl="0">
              <a:lnSpc>
                <a:spcPct val="100000"/>
              </a:lnSpc>
              <a:spcBef>
                <a:spcPts val="300"/>
              </a:spcBef>
              <a:spcAft>
                <a:spcPts val="0"/>
              </a:spcAft>
              <a:buClr>
                <a:schemeClr val="dk1"/>
              </a:buClr>
              <a:buSzPts val="350"/>
              <a:buNone/>
            </a:pPr>
            <a:r>
              <a:rPr lang="en-GB" sz="6200" b="1">
                <a:solidFill>
                  <a:schemeClr val="dk1"/>
                </a:solidFill>
                <a:latin typeface="Times New Roman"/>
                <a:ea typeface="Times New Roman"/>
                <a:cs typeface="Times New Roman"/>
                <a:sym typeface="Times New Roman"/>
              </a:rPr>
              <a:t>Md. Shazzadur Rahman Piash</a:t>
            </a:r>
            <a:endParaRPr sz="6800"/>
          </a:p>
          <a:p>
            <a:pPr marL="0" lvl="0" indent="0" algn="ctr" rtl="0">
              <a:lnSpc>
                <a:spcPct val="100000"/>
              </a:lnSpc>
              <a:spcBef>
                <a:spcPts val="300"/>
              </a:spcBef>
              <a:spcAft>
                <a:spcPts val="0"/>
              </a:spcAft>
              <a:buClr>
                <a:schemeClr val="dk1"/>
              </a:buClr>
              <a:buSzPts val="350"/>
              <a:buNone/>
            </a:pPr>
            <a:r>
              <a:rPr lang="en-GB" sz="6200" b="1">
                <a:solidFill>
                  <a:schemeClr val="dk1"/>
                </a:solidFill>
                <a:latin typeface="Times New Roman"/>
                <a:ea typeface="Times New Roman"/>
                <a:cs typeface="Times New Roman"/>
                <a:sym typeface="Times New Roman"/>
              </a:rPr>
              <a:t>ID : </a:t>
            </a:r>
            <a:r>
              <a:rPr lang="en-GB" sz="6200">
                <a:solidFill>
                  <a:schemeClr val="dk1"/>
                </a:solidFill>
                <a:latin typeface="Times New Roman"/>
                <a:ea typeface="Times New Roman"/>
                <a:cs typeface="Times New Roman"/>
                <a:sym typeface="Times New Roman"/>
              </a:rPr>
              <a:t>024231005101583</a:t>
            </a:r>
            <a:endParaRPr sz="6800"/>
          </a:p>
          <a:p>
            <a:pPr marL="0" lvl="0" indent="0" algn="ctr" rtl="0">
              <a:lnSpc>
                <a:spcPct val="100000"/>
              </a:lnSpc>
              <a:spcBef>
                <a:spcPts val="0"/>
              </a:spcBef>
              <a:spcAft>
                <a:spcPts val="0"/>
              </a:spcAft>
              <a:buClr>
                <a:srgbClr val="366092"/>
              </a:buClr>
              <a:buSzPts val="100"/>
              <a:buNone/>
            </a:pPr>
            <a:endParaRPr sz="5000">
              <a:solidFill>
                <a:schemeClr val="dk1"/>
              </a:solidFill>
              <a:latin typeface="Times New Roman"/>
              <a:ea typeface="Times New Roman"/>
              <a:cs typeface="Times New Roman"/>
              <a:sym typeface="Times New Roman"/>
            </a:endParaRPr>
          </a:p>
          <a:p>
            <a:pPr marL="0" lvl="0" indent="0" algn="ctr" rtl="0">
              <a:lnSpc>
                <a:spcPct val="100000"/>
              </a:lnSpc>
              <a:spcBef>
                <a:spcPts val="300"/>
              </a:spcBef>
              <a:spcAft>
                <a:spcPts val="0"/>
              </a:spcAft>
              <a:buClr>
                <a:schemeClr val="dk1"/>
              </a:buClr>
              <a:buSzPts val="350"/>
              <a:buNone/>
            </a:pPr>
            <a:r>
              <a:rPr lang="en-GB" sz="6200" b="1">
                <a:solidFill>
                  <a:schemeClr val="dk1"/>
                </a:solidFill>
                <a:latin typeface="Times New Roman"/>
                <a:ea typeface="Times New Roman"/>
                <a:cs typeface="Times New Roman"/>
                <a:sym typeface="Times New Roman"/>
              </a:rPr>
              <a:t>Department of  </a:t>
            </a:r>
            <a:r>
              <a:rPr lang="en-GB" sz="6200">
                <a:solidFill>
                  <a:schemeClr val="dk1"/>
                </a:solidFill>
                <a:latin typeface="Times New Roman"/>
                <a:ea typeface="Times New Roman"/>
                <a:cs typeface="Times New Roman"/>
                <a:sym typeface="Times New Roman"/>
              </a:rPr>
              <a:t>CSE</a:t>
            </a:r>
            <a:endParaRPr sz="6800"/>
          </a:p>
          <a:p>
            <a:pPr marL="0" lvl="0" indent="0" algn="ctr" rtl="0">
              <a:lnSpc>
                <a:spcPct val="100000"/>
              </a:lnSpc>
              <a:spcBef>
                <a:spcPts val="300"/>
              </a:spcBef>
              <a:spcAft>
                <a:spcPts val="0"/>
              </a:spcAft>
              <a:buClr>
                <a:schemeClr val="dk1"/>
              </a:buClr>
              <a:buSzPts val="350"/>
              <a:buNone/>
            </a:pPr>
            <a:r>
              <a:rPr lang="en-GB" sz="6200">
                <a:solidFill>
                  <a:schemeClr val="dk1"/>
                </a:solidFill>
                <a:latin typeface="Times New Roman"/>
                <a:ea typeface="Times New Roman"/>
                <a:cs typeface="Times New Roman"/>
                <a:sym typeface="Times New Roman"/>
              </a:rPr>
              <a:t>Daffodil International University</a:t>
            </a:r>
            <a:endParaRPr sz="6800"/>
          </a:p>
          <a:p>
            <a:pPr marL="0" lvl="0" indent="0" algn="ctr" rtl="0">
              <a:lnSpc>
                <a:spcPct val="100000"/>
              </a:lnSpc>
              <a:spcBef>
                <a:spcPts val="400"/>
              </a:spcBef>
              <a:spcAft>
                <a:spcPts val="0"/>
              </a:spcAft>
              <a:buClr>
                <a:srgbClr val="366092"/>
              </a:buClr>
              <a:buSzPct val="100000"/>
              <a:buNone/>
            </a:pPr>
            <a:endParaRPr sz="2100">
              <a:solidFill>
                <a:schemeClr val="dk1"/>
              </a:solidFill>
              <a:latin typeface="Times New Roman"/>
              <a:ea typeface="Times New Roman"/>
              <a:cs typeface="Times New Roman"/>
              <a:sym typeface="Times New Roman"/>
            </a:endParaRPr>
          </a:p>
          <a:p>
            <a:pPr marL="0" lvl="0" indent="0" algn="ctr" rtl="0">
              <a:lnSpc>
                <a:spcPct val="100000"/>
              </a:lnSpc>
              <a:spcBef>
                <a:spcPts val="400"/>
              </a:spcBef>
              <a:spcAft>
                <a:spcPts val="0"/>
              </a:spcAft>
              <a:buClr>
                <a:srgbClr val="366092"/>
              </a:buClr>
              <a:buSzPct val="1000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9"/>
          <p:cNvSpPr txBox="1">
            <a:spLocks noGrp="1"/>
          </p:cNvSpPr>
          <p:nvPr>
            <p:ph type="title"/>
          </p:nvPr>
        </p:nvSpPr>
        <p:spPr>
          <a:xfrm>
            <a:off x="1485900" y="205978"/>
            <a:ext cx="6172200" cy="651272"/>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3300"/>
              <a:buFont typeface="Times New Roman"/>
              <a:buNone/>
            </a:pPr>
            <a:r>
              <a:rPr lang="en-GB">
                <a:solidFill>
                  <a:srgbClr val="7030A0"/>
                </a:solidFill>
                <a:latin typeface="Times New Roman"/>
                <a:ea typeface="Times New Roman"/>
                <a:cs typeface="Times New Roman"/>
                <a:sym typeface="Times New Roman"/>
              </a:rPr>
              <a:t>Outline</a:t>
            </a:r>
            <a:endParaRPr>
              <a:solidFill>
                <a:srgbClr val="7030A0"/>
              </a:solidFill>
            </a:endParaRPr>
          </a:p>
        </p:txBody>
      </p:sp>
      <p:sp>
        <p:nvSpPr>
          <p:cNvPr id="164" name="Google Shape;164;p29"/>
          <p:cNvSpPr txBox="1">
            <a:spLocks noGrp="1"/>
          </p:cNvSpPr>
          <p:nvPr>
            <p:ph type="body" idx="1"/>
          </p:nvPr>
        </p:nvSpPr>
        <p:spPr>
          <a:xfrm>
            <a:off x="457200" y="1257300"/>
            <a:ext cx="8229600" cy="2971800"/>
          </a:xfrm>
          <a:prstGeom prst="rect">
            <a:avLst/>
          </a:prstGeom>
          <a:noFill/>
          <a:ln>
            <a:noFill/>
          </a:ln>
        </p:spPr>
        <p:txBody>
          <a:bodyPr spcFirstLastPara="1" wrap="square" lIns="68575" tIns="34275" rIns="68575" bIns="34275" anchor="t" anchorCtr="0">
            <a:normAutofit/>
          </a:bodyPr>
          <a:lstStyle/>
          <a:p>
            <a:pPr marL="254000" lvl="0" indent="-260350" algn="l" rtl="0">
              <a:lnSpc>
                <a:spcPct val="100000"/>
              </a:lnSpc>
              <a:spcBef>
                <a:spcPts val="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Introduction</a:t>
            </a:r>
            <a:endParaRPr/>
          </a:p>
          <a:p>
            <a:pPr marL="254000" lvl="0" indent="-260350" algn="l" rtl="0">
              <a:lnSpc>
                <a:spcPct val="100000"/>
              </a:lnSpc>
              <a:spcBef>
                <a:spcPts val="30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Background Study/Literature Review</a:t>
            </a:r>
            <a:endParaRPr/>
          </a:p>
          <a:p>
            <a:pPr marL="254000" lvl="0" indent="-260350" algn="l" rtl="0">
              <a:lnSpc>
                <a:spcPct val="100000"/>
              </a:lnSpc>
              <a:spcBef>
                <a:spcPts val="30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Gap Analysis</a:t>
            </a:r>
            <a:endParaRPr/>
          </a:p>
          <a:p>
            <a:pPr marL="254000" lvl="0" indent="-260350" algn="l" rtl="0">
              <a:lnSpc>
                <a:spcPct val="100000"/>
              </a:lnSpc>
              <a:spcBef>
                <a:spcPts val="30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Objective and Motivation </a:t>
            </a:r>
            <a:endParaRPr/>
          </a:p>
          <a:p>
            <a:pPr marL="254000" lvl="0" indent="-260350" algn="l" rtl="0">
              <a:lnSpc>
                <a:spcPct val="100000"/>
              </a:lnSpc>
              <a:spcBef>
                <a:spcPts val="30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Novelty of this Study</a:t>
            </a:r>
            <a:endParaRPr/>
          </a:p>
          <a:p>
            <a:pPr marL="254000" lvl="0" indent="-260350" algn="l" rtl="0">
              <a:lnSpc>
                <a:spcPct val="100000"/>
              </a:lnSpc>
              <a:spcBef>
                <a:spcPts val="30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Datasets, Tools and Techniques</a:t>
            </a:r>
            <a:endParaRPr/>
          </a:p>
          <a:p>
            <a:pPr marL="254000" lvl="0" indent="-260350" algn="l" rtl="0">
              <a:lnSpc>
                <a:spcPct val="100000"/>
              </a:lnSpc>
              <a:spcBef>
                <a:spcPts val="30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Proposed Methodology</a:t>
            </a:r>
            <a:endParaRPr/>
          </a:p>
          <a:p>
            <a:pPr marL="254000" lvl="0" indent="-260350" algn="l" rtl="0">
              <a:lnSpc>
                <a:spcPct val="100000"/>
              </a:lnSpc>
              <a:spcBef>
                <a:spcPts val="30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Expected Outcomes</a:t>
            </a:r>
            <a:endParaRPr/>
          </a:p>
          <a:p>
            <a:pPr marL="254000" lvl="0" indent="-260350" algn="l" rtl="0">
              <a:lnSpc>
                <a:spcPct val="100000"/>
              </a:lnSpc>
              <a:spcBef>
                <a:spcPts val="300"/>
              </a:spcBef>
              <a:spcAft>
                <a:spcPts val="0"/>
              </a:spcAft>
              <a:buClr>
                <a:schemeClr val="dk1"/>
              </a:buClr>
              <a:buSzPts val="1700"/>
              <a:buFont typeface="Noto Sans Symbols"/>
              <a:buChar char="⮚"/>
            </a:pPr>
            <a:r>
              <a:rPr lang="en-GB" sz="1700">
                <a:solidFill>
                  <a:schemeClr val="dk1"/>
                </a:solidFill>
                <a:latin typeface="Times New Roman"/>
                <a:ea typeface="Times New Roman"/>
                <a:cs typeface="Times New Roman"/>
                <a:sym typeface="Times New Roman"/>
              </a:rPr>
              <a:t>Q &amp; A</a:t>
            </a:r>
            <a:endParaRPr/>
          </a:p>
          <a:p>
            <a:pPr marL="254000" lvl="0" indent="-254000" algn="l" rtl="0">
              <a:lnSpc>
                <a:spcPct val="100000"/>
              </a:lnSpc>
              <a:spcBef>
                <a:spcPts val="500"/>
              </a:spcBef>
              <a:spcAft>
                <a:spcPts val="0"/>
              </a:spcAft>
              <a:buClr>
                <a:srgbClr val="366092"/>
              </a:buClr>
              <a:buSzPts val="2400"/>
              <a:buNone/>
            </a:pPr>
            <a:endParaRPr/>
          </a:p>
        </p:txBody>
      </p:sp>
      <p:sp>
        <p:nvSpPr>
          <p:cNvPr id="165" name="Google Shape;165;p29"/>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1485900" y="205978"/>
            <a:ext cx="6172200" cy="651272"/>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3300"/>
              <a:buFont typeface="Times New Roman"/>
              <a:buNone/>
            </a:pPr>
            <a:r>
              <a:rPr lang="en-GB">
                <a:solidFill>
                  <a:srgbClr val="7030A0"/>
                </a:solidFill>
                <a:latin typeface="Times New Roman"/>
                <a:ea typeface="Times New Roman"/>
                <a:cs typeface="Times New Roman"/>
                <a:sym typeface="Times New Roman"/>
              </a:rPr>
              <a:t>Introduction</a:t>
            </a:r>
            <a:endParaRPr/>
          </a:p>
        </p:txBody>
      </p:sp>
      <p:sp>
        <p:nvSpPr>
          <p:cNvPr id="171" name="Google Shape;171;p30"/>
          <p:cNvSpPr txBox="1">
            <a:spLocks noGrp="1"/>
          </p:cNvSpPr>
          <p:nvPr>
            <p:ph type="body" idx="1"/>
          </p:nvPr>
        </p:nvSpPr>
        <p:spPr>
          <a:xfrm>
            <a:off x="501100" y="965763"/>
            <a:ext cx="8310600" cy="3693000"/>
          </a:xfrm>
          <a:prstGeom prst="rect">
            <a:avLst/>
          </a:prstGeom>
          <a:noFill/>
          <a:ln w="9525" cap="flat" cmpd="sng">
            <a:solidFill>
              <a:schemeClr val="lt1"/>
            </a:solidFill>
            <a:prstDash val="solid"/>
            <a:round/>
            <a:headEnd type="none" w="sm" len="sm"/>
            <a:tailEnd type="none" w="sm" len="sm"/>
          </a:ln>
        </p:spPr>
        <p:txBody>
          <a:bodyPr spcFirstLastPara="1" wrap="square" lIns="68575" tIns="34275" rIns="68575" bIns="34275" anchor="t" anchorCtr="0">
            <a:normAutofit/>
          </a:bodyPr>
          <a:lstStyle/>
          <a:p>
            <a:pPr marL="0" lvl="0" indent="0" algn="l" rtl="0">
              <a:lnSpc>
                <a:spcPct val="115000"/>
              </a:lnSpc>
              <a:spcBef>
                <a:spcPts val="0"/>
              </a:spcBef>
              <a:spcAft>
                <a:spcPts val="0"/>
              </a:spcAft>
              <a:buClr>
                <a:schemeClr val="dk1"/>
              </a:buClr>
              <a:buFont typeface="Arial"/>
              <a:buNone/>
            </a:pPr>
            <a:r>
              <a:rPr lang="en-GB" sz="2300">
                <a:solidFill>
                  <a:schemeClr val="dk1"/>
                </a:solidFill>
                <a:latin typeface="Times New Roman"/>
                <a:ea typeface="Times New Roman"/>
                <a:cs typeface="Times New Roman"/>
                <a:sym typeface="Times New Roman"/>
              </a:rPr>
              <a:t>Current dropout prediction systems are highly accurate, but they often work as "black boxes," making their predictions difficult to understand. Universities can identify at-risk students but cannot clearly determine whether the risk is caused by academic performance, attendance, or financial issues. To address this problem, this project combines Deep Learning (LSTM) with Explainable AI (SHAP) to provide accurate, transparent, and easy-to-understand student dropout predictions.</a:t>
            </a:r>
            <a:endParaRPr sz="2300">
              <a:solidFill>
                <a:schemeClr val="dk1"/>
              </a:solidFill>
              <a:latin typeface="Times New Roman"/>
              <a:ea typeface="Times New Roman"/>
              <a:cs typeface="Times New Roman"/>
              <a:sym typeface="Times New Roman"/>
            </a:endParaRPr>
          </a:p>
          <a:p>
            <a:pPr marL="0" lvl="0" indent="0" algn="l" rtl="0">
              <a:lnSpc>
                <a:spcPct val="160000"/>
              </a:lnSpc>
              <a:spcBef>
                <a:spcPts val="0"/>
              </a:spcBef>
              <a:spcAft>
                <a:spcPts val="0"/>
              </a:spcAft>
              <a:buClr>
                <a:schemeClr val="dk1"/>
              </a:buClr>
              <a:buFont typeface="Arial"/>
              <a:buNone/>
            </a:pPr>
            <a:r>
              <a:rPr lang="en-GB" sz="1500">
                <a:solidFill>
                  <a:srgbClr val="F8FAFC"/>
                </a:solidFill>
                <a:latin typeface="Inter SemiBold"/>
                <a:ea typeface="Inter SemiBold"/>
                <a:cs typeface="Inter SemiBold"/>
                <a:sym typeface="Inter SemiBold"/>
              </a:rPr>
              <a:t>The Impac</a:t>
            </a:r>
            <a:endParaRPr sz="2300">
              <a:solidFill>
                <a:schemeClr val="dk1"/>
              </a:solidFill>
              <a:latin typeface="Times New Roman"/>
              <a:ea typeface="Times New Roman"/>
              <a:cs typeface="Times New Roman"/>
              <a:sym typeface="Times New Roman"/>
            </a:endParaRPr>
          </a:p>
        </p:txBody>
      </p:sp>
      <p:sp>
        <p:nvSpPr>
          <p:cNvPr id="172" name="Google Shape;172;p30"/>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1"/>
          <p:cNvSpPr txBox="1">
            <a:spLocks noGrp="1"/>
          </p:cNvSpPr>
          <p:nvPr>
            <p:ph type="title"/>
          </p:nvPr>
        </p:nvSpPr>
        <p:spPr>
          <a:xfrm>
            <a:off x="1143000" y="171450"/>
            <a:ext cx="6858000" cy="651272"/>
          </a:xfrm>
          <a:prstGeom prst="rect">
            <a:avLst/>
          </a:prstGeom>
          <a:noFill/>
          <a:ln>
            <a:noFill/>
          </a:ln>
        </p:spPr>
        <p:txBody>
          <a:bodyPr spcFirstLastPara="1" wrap="square" lIns="68575" tIns="34275" rIns="68575" bIns="34275" anchor="ctr" anchorCtr="0">
            <a:normAutofit fontScale="90000"/>
          </a:bodyPr>
          <a:lstStyle/>
          <a:p>
            <a:pPr marL="0" lvl="0" indent="0" algn="ctr" rtl="0">
              <a:lnSpc>
                <a:spcPct val="100000"/>
              </a:lnSpc>
              <a:spcBef>
                <a:spcPts val="0"/>
              </a:spcBef>
              <a:spcAft>
                <a:spcPts val="0"/>
              </a:spcAft>
              <a:buClr>
                <a:srgbClr val="7030A0"/>
              </a:buClr>
              <a:buSzPct val="100000"/>
              <a:buFont typeface="Times New Roman"/>
              <a:buNone/>
            </a:pPr>
            <a:r>
              <a:rPr lang="en-GB">
                <a:solidFill>
                  <a:srgbClr val="7030A0"/>
                </a:solidFill>
                <a:latin typeface="Times New Roman"/>
                <a:ea typeface="Times New Roman"/>
                <a:cs typeface="Times New Roman"/>
                <a:sym typeface="Times New Roman"/>
              </a:rPr>
              <a:t>Background Study/Literature Review</a:t>
            </a:r>
            <a:endParaRPr/>
          </a:p>
        </p:txBody>
      </p:sp>
      <p:sp>
        <p:nvSpPr>
          <p:cNvPr id="179" name="Google Shape;179;p31"/>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4</a:t>
            </a:fld>
            <a:endParaRPr/>
          </a:p>
        </p:txBody>
      </p:sp>
      <p:graphicFrame>
        <p:nvGraphicFramePr>
          <p:cNvPr id="3" name="Table 2">
            <a:extLst>
              <a:ext uri="{FF2B5EF4-FFF2-40B4-BE49-F238E27FC236}">
                <a16:creationId xmlns:a16="http://schemas.microsoft.com/office/drawing/2014/main" id="{6CB182E0-8A44-84CD-E632-F45276580B73}"/>
              </a:ext>
            </a:extLst>
          </p:cNvPr>
          <p:cNvGraphicFramePr>
            <a:graphicFrameLocks noGrp="1"/>
          </p:cNvGraphicFramePr>
          <p:nvPr>
            <p:extLst>
              <p:ext uri="{D42A27DB-BD31-4B8C-83A1-F6EECF244321}">
                <p14:modId xmlns:p14="http://schemas.microsoft.com/office/powerpoint/2010/main" val="702971969"/>
              </p:ext>
            </p:extLst>
          </p:nvPr>
        </p:nvGraphicFramePr>
        <p:xfrm>
          <a:off x="237894" y="822722"/>
          <a:ext cx="8720251" cy="3845923"/>
        </p:xfrm>
        <a:graphic>
          <a:graphicData uri="http://schemas.openxmlformats.org/drawingml/2006/table">
            <a:tbl>
              <a:tblPr>
                <a:tableStyleId>{416288BB-3742-46E8-A507-231A85FD3E98}</a:tableStyleId>
              </a:tblPr>
              <a:tblGrid>
                <a:gridCol w="448237">
                  <a:extLst>
                    <a:ext uri="{9D8B030D-6E8A-4147-A177-3AD203B41FA5}">
                      <a16:colId xmlns:a16="http://schemas.microsoft.com/office/drawing/2014/main" val="2048378043"/>
                    </a:ext>
                  </a:extLst>
                </a:gridCol>
                <a:gridCol w="798677">
                  <a:extLst>
                    <a:ext uri="{9D8B030D-6E8A-4147-A177-3AD203B41FA5}">
                      <a16:colId xmlns:a16="http://schemas.microsoft.com/office/drawing/2014/main" val="1420113522"/>
                    </a:ext>
                  </a:extLst>
                </a:gridCol>
                <a:gridCol w="619383">
                  <a:extLst>
                    <a:ext uri="{9D8B030D-6E8A-4147-A177-3AD203B41FA5}">
                      <a16:colId xmlns:a16="http://schemas.microsoft.com/office/drawing/2014/main" val="1134321005"/>
                    </a:ext>
                  </a:extLst>
                </a:gridCol>
                <a:gridCol w="684581">
                  <a:extLst>
                    <a:ext uri="{9D8B030D-6E8A-4147-A177-3AD203B41FA5}">
                      <a16:colId xmlns:a16="http://schemas.microsoft.com/office/drawing/2014/main" val="2174219956"/>
                    </a:ext>
                  </a:extLst>
                </a:gridCol>
                <a:gridCol w="896473">
                  <a:extLst>
                    <a:ext uri="{9D8B030D-6E8A-4147-A177-3AD203B41FA5}">
                      <a16:colId xmlns:a16="http://schemas.microsoft.com/office/drawing/2014/main" val="3147014679"/>
                    </a:ext>
                  </a:extLst>
                </a:gridCol>
                <a:gridCol w="1043171">
                  <a:extLst>
                    <a:ext uri="{9D8B030D-6E8A-4147-A177-3AD203B41FA5}">
                      <a16:colId xmlns:a16="http://schemas.microsoft.com/office/drawing/2014/main" val="215533836"/>
                    </a:ext>
                  </a:extLst>
                </a:gridCol>
                <a:gridCol w="1100219">
                  <a:extLst>
                    <a:ext uri="{9D8B030D-6E8A-4147-A177-3AD203B41FA5}">
                      <a16:colId xmlns:a16="http://schemas.microsoft.com/office/drawing/2014/main" val="404656533"/>
                    </a:ext>
                  </a:extLst>
                </a:gridCol>
                <a:gridCol w="986122">
                  <a:extLst>
                    <a:ext uri="{9D8B030D-6E8A-4147-A177-3AD203B41FA5}">
                      <a16:colId xmlns:a16="http://schemas.microsoft.com/office/drawing/2014/main" val="4182766786"/>
                    </a:ext>
                  </a:extLst>
                </a:gridCol>
                <a:gridCol w="880175">
                  <a:extLst>
                    <a:ext uri="{9D8B030D-6E8A-4147-A177-3AD203B41FA5}">
                      <a16:colId xmlns:a16="http://schemas.microsoft.com/office/drawing/2014/main" val="489725594"/>
                    </a:ext>
                  </a:extLst>
                </a:gridCol>
                <a:gridCol w="1263213">
                  <a:extLst>
                    <a:ext uri="{9D8B030D-6E8A-4147-A177-3AD203B41FA5}">
                      <a16:colId xmlns:a16="http://schemas.microsoft.com/office/drawing/2014/main" val="279991986"/>
                    </a:ext>
                  </a:extLst>
                </a:gridCol>
              </a:tblGrid>
              <a:tr h="177051">
                <a:tc>
                  <a:txBody>
                    <a:bodyPr/>
                    <a:lstStyle/>
                    <a:p>
                      <a:pPr algn="ctr" fontAlgn="ctr">
                        <a:buNone/>
                      </a:pPr>
                      <a:r>
                        <a:rPr lang="en-US" sz="600" b="0" u="none" strike="noStrike">
                          <a:solidFill>
                            <a:srgbClr val="006100"/>
                          </a:solidFill>
                          <a:effectLst/>
                        </a:rPr>
                        <a:t>Reference</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Title</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Authors</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Publication Year</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Dataset &amp; Size</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Methodology / Algorithms</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Key Features / Inputs</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Performance Metrics</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Explainability (XAI)</a:t>
                      </a:r>
                      <a:endParaRPr lang="en-US" sz="600" b="0" i="0" u="none" strike="noStrike">
                        <a:solidFill>
                          <a:srgbClr val="006100"/>
                        </a:solidFill>
                        <a:effectLst/>
                        <a:latin typeface="Arial" panose="020B0604020202020204" pitchFamily="34" charset="0"/>
                      </a:endParaRPr>
                    </a:p>
                  </a:txBody>
                  <a:tcPr marL="4340" marR="4340" marT="4340" marB="0" anchor="ctr"/>
                </a:tc>
                <a:tc>
                  <a:txBody>
                    <a:bodyPr/>
                    <a:lstStyle/>
                    <a:p>
                      <a:pPr algn="ctr" fontAlgn="ctr">
                        <a:buNone/>
                      </a:pPr>
                      <a:r>
                        <a:rPr lang="en-US" sz="600" b="0" u="none" strike="noStrike">
                          <a:solidFill>
                            <a:srgbClr val="006100"/>
                          </a:solidFill>
                          <a:effectLst/>
                        </a:rPr>
                        <a:t>Limitations / Future Work</a:t>
                      </a:r>
                      <a:endParaRPr lang="en-US" sz="600" b="0" i="0" u="none" strike="noStrike">
                        <a:solidFill>
                          <a:srgbClr val="0061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2722702195"/>
                  </a:ext>
                </a:extLst>
              </a:tr>
              <a:tr h="422953">
                <a:tc>
                  <a:txBody>
                    <a:bodyPr/>
                    <a:lstStyle/>
                    <a:p>
                      <a:pPr algn="ctr" fontAlgn="ctr">
                        <a:buNone/>
                      </a:pPr>
                      <a:r>
                        <a:rPr lang="en-US" sz="500" b="0" u="none" strike="noStrike">
                          <a:solidFill>
                            <a:srgbClr val="000000"/>
                          </a:solidFill>
                          <a:effectLst/>
                        </a:rPr>
                        <a:t>[1]</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dirty="0">
                          <a:solidFill>
                            <a:srgbClr val="000000"/>
                          </a:solidFill>
                          <a:effectLst/>
                        </a:rPr>
                        <a:t>Long Short-Term Memory (LSTM) Based Model for Forecasting of Students' Dropout</a:t>
                      </a:r>
                      <a:endParaRPr lang="en-US" sz="500" b="0" i="0" u="none" strike="noStrike" dirty="0">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Isah Yunusa Umar, K.I. Musa, Muhammad Tella</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2025</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Student data (attendance, GPA, admission grade, GDP, unemployment)</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LSTM Network</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Sequence input layer, LSTM layer, fully connected layer</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High accuracy, noticeable clustering patterns for target classes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Not specified / None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Did not explore explainability (XAI) for predictions</a:t>
                      </a:r>
                      <a:endParaRPr lang="en-US" sz="500" b="0" i="0" u="none" strike="noStrike">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2173382246"/>
                  </a:ext>
                </a:extLst>
              </a:tr>
              <a:tr h="398362">
                <a:tc>
                  <a:txBody>
                    <a:bodyPr/>
                    <a:lstStyle/>
                    <a:p>
                      <a:pPr algn="ctr" fontAlgn="ctr">
                        <a:buNone/>
                      </a:pPr>
                      <a:r>
                        <a:rPr lang="en-US" sz="500" b="0" u="none" strike="noStrike">
                          <a:solidFill>
                            <a:srgbClr val="000000"/>
                          </a:solidFill>
                          <a:effectLst/>
                        </a:rPr>
                        <a:t>[2]</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Forecasting Student Dropout (Analysis of Registration and Demographics)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Johannes Berens, Kerstin Schneider, Simon Gortz, S. Oster, J. Burghoff</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2019</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Large dataset (graduates ~1000+, dropouts ~1000+ per semester)</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Regression models, ROC AUC analysis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Semester-wise enrollment, performance over 4 semesters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Accuracy ranges from 63.47% (1st sem) to 93.76% (4th sem)</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None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Static modeling; requires multi-semester tracking for high accuracy</a:t>
                      </a:r>
                      <a:endParaRPr lang="en-US" sz="500" b="0" i="0" u="none" strike="noStrike">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338329749"/>
                  </a:ext>
                </a:extLst>
              </a:tr>
              <a:tr h="334428">
                <a:tc>
                  <a:txBody>
                    <a:bodyPr/>
                    <a:lstStyle/>
                    <a:p>
                      <a:pPr algn="ctr" fontAlgn="ctr">
                        <a:buNone/>
                      </a:pPr>
                      <a:r>
                        <a:rPr lang="en-US" sz="500" b="0" u="none" strike="noStrike">
                          <a:solidFill>
                            <a:srgbClr val="000000"/>
                          </a:solidFill>
                          <a:effectLst/>
                        </a:rPr>
                        <a:t>[3]</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Big Data and Analytics / Prediction of student's performance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Zohair, L.M.A. et al. (applsci-11-00237-v3)</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2020</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Small dataset size modeling / Survey based</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Educational Data Mining, Prediction Models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Indirect assessments, major types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N/A</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None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Focuses on small dataset size and general analytics</a:t>
                      </a:r>
                      <a:endParaRPr lang="en-US" sz="500" b="0" i="0" u="none" strike="noStrike">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3773770566"/>
                  </a:ext>
                </a:extLst>
              </a:tr>
              <a:tr h="295083">
                <a:tc>
                  <a:txBody>
                    <a:bodyPr/>
                    <a:lstStyle/>
                    <a:p>
                      <a:pPr algn="ctr" fontAlgn="ctr">
                        <a:buNone/>
                      </a:pPr>
                      <a:r>
                        <a:rPr lang="en-US" sz="500" b="0" u="none" strike="noStrike">
                          <a:solidFill>
                            <a:srgbClr val="000000"/>
                          </a:solidFill>
                          <a:effectLst/>
                        </a:rPr>
                        <a:t>[4]</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Addressing student dropout in developing countries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Neema Mduma</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2023</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Uwezo (Tanzania, 61,340 samples) &amp; India dataset (11,257 samples)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Machine Learning for highly imbalanced data</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Pupil Teacher Ratio, Income, Parent interaction, Latrines ratio</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Dealt with high imbalance (1.6% to 4.9% dropout rate)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None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Highly imbalanced data, needed heavy pre-processing and imputation</a:t>
                      </a:r>
                      <a:endParaRPr lang="en-US" sz="500" b="0" i="0" u="none" strike="noStrike">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1217654877"/>
                  </a:ext>
                </a:extLst>
              </a:tr>
              <a:tr h="359019">
                <a:tc>
                  <a:txBody>
                    <a:bodyPr/>
                    <a:lstStyle/>
                    <a:p>
                      <a:pPr algn="ctr" fontAlgn="ctr">
                        <a:buNone/>
                      </a:pPr>
                      <a:r>
                        <a:rPr lang="en-US" sz="500" b="0" u="none" strike="noStrike">
                          <a:solidFill>
                            <a:srgbClr val="000000"/>
                          </a:solidFill>
                          <a:effectLst/>
                        </a:rPr>
                        <a:t>[5]</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Predicting Student Dropouts using High School and Entrance Exam Data</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Marcell Nagy, Roland Molontay</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2023</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Sensitive University Data</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Machine Learning Models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Math score, Chosen subject score, High school GPA, Language cert, Gender</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Evaluated based on feature importance and average absolute impact</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Feature Importance tracking</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dirty="0">
                          <a:solidFill>
                            <a:srgbClr val="000000"/>
                          </a:solidFill>
                          <a:effectLst/>
                        </a:rPr>
                        <a:t>Data is highly sensitive and restricted</a:t>
                      </a:r>
                      <a:endParaRPr lang="en-US" sz="500" b="0" i="0" u="none" strike="noStrike" dirty="0">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734609267"/>
                  </a:ext>
                </a:extLst>
              </a:tr>
              <a:tr h="511478">
                <a:tc>
                  <a:txBody>
                    <a:bodyPr/>
                    <a:lstStyle/>
                    <a:p>
                      <a:pPr algn="ctr" fontAlgn="ctr">
                        <a:buNone/>
                      </a:pPr>
                      <a:r>
                        <a:rPr lang="en-US" sz="500" b="0" u="none" strike="noStrike">
                          <a:solidFill>
                            <a:srgbClr val="000000"/>
                          </a:solidFill>
                          <a:effectLst/>
                        </a:rPr>
                        <a:t>[6]</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Prediction of Students' Adaptability Using Explainable AI in Educational Machine Learning Models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Leonard Chukwualuka Nnadi, Yutaka Watanobe, et al.</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2023</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Kaggle Dataset (Students' adaptability level in online education)</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Educational Machine Learning Models + XAI</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Demographics, Network type, Device, Financial condition</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High accuracy in adaptability prediction</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Yes (Explainable AI used)</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Focused mainly on online education adaptability rather than absolute dropout</a:t>
                      </a:r>
                      <a:endParaRPr lang="en-US" sz="500" b="0" i="0" u="none" strike="noStrike">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2106951061"/>
                  </a:ext>
                </a:extLst>
              </a:tr>
              <a:tr h="304920">
                <a:tc>
                  <a:txBody>
                    <a:bodyPr/>
                    <a:lstStyle/>
                    <a:p>
                      <a:pPr algn="ctr" fontAlgn="ctr">
                        <a:buNone/>
                      </a:pPr>
                      <a:r>
                        <a:rPr lang="en-US" sz="500" b="0" u="none" strike="noStrike">
                          <a:solidFill>
                            <a:srgbClr val="000000"/>
                          </a:solidFill>
                          <a:effectLst/>
                        </a:rPr>
                        <a:t>[7]</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Predicting student dropout using Moodle activity trends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M. Vaarma and H. Li</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2024</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University student records (Moodle logs, demographics)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Predictive Modeling with normalized variables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Moodle activity trend, Months absent, Accumulated credits, Failed courses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Calculated Spearman correlations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None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Dependent heavily on active Moodle usage logs</a:t>
                      </a:r>
                      <a:endParaRPr lang="en-US" sz="500" b="0" i="0" u="none" strike="noStrike">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3059855036"/>
                  </a:ext>
                </a:extLst>
              </a:tr>
              <a:tr h="324592">
                <a:tc>
                  <a:txBody>
                    <a:bodyPr/>
                    <a:lstStyle/>
                    <a:p>
                      <a:pPr algn="ctr" fontAlgn="ctr">
                        <a:buNone/>
                      </a:pPr>
                      <a:r>
                        <a:rPr lang="en-US" sz="500" b="0" u="none" strike="noStrike">
                          <a:solidFill>
                            <a:srgbClr val="000000"/>
                          </a:solidFill>
                          <a:effectLst/>
                        </a:rPr>
                        <a:t>[8]</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Early Prediction of Student Dropout based on Machine Learning</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Carlos Kemper et al.</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2020</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University student records (15k+ records)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Random Forest and Decision Trees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Academic performance, Demographics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Accuracy ~88%</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None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Does not capture temporal changes in student behavior</a:t>
                      </a:r>
                      <a:endParaRPr lang="en-US" sz="500" b="0" i="0" u="none" strike="noStrike">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828879463"/>
                  </a:ext>
                </a:extLst>
              </a:tr>
              <a:tr h="314756">
                <a:tc>
                  <a:txBody>
                    <a:bodyPr/>
                    <a:lstStyle/>
                    <a:p>
                      <a:pPr algn="ctr" fontAlgn="ctr">
                        <a:buNone/>
                      </a:pPr>
                      <a:r>
                        <a:rPr lang="en-US" sz="500" b="0" u="none" strike="noStrike">
                          <a:solidFill>
                            <a:srgbClr val="000000"/>
                          </a:solidFill>
                          <a:effectLst/>
                        </a:rPr>
                        <a:t>[9]</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Student Dropout Prediction using Deep Learning Techniques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 Kim et al.</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2022</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Online learning platform data</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Deep Neural Networks (DNN)</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Video watch time, Quiz scores, Assignment completion</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Accuracy ~91%</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None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Lack of transparency in the model's decision making</a:t>
                      </a:r>
                      <a:endParaRPr lang="en-US" sz="500" b="0" i="0" u="none" strike="noStrike">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2998915119"/>
                  </a:ext>
                </a:extLst>
              </a:tr>
              <a:tr h="403281">
                <a:tc>
                  <a:txBody>
                    <a:bodyPr/>
                    <a:lstStyle/>
                    <a:p>
                      <a:pPr algn="ctr" fontAlgn="ctr">
                        <a:buNone/>
                      </a:pPr>
                      <a:r>
                        <a:rPr lang="en-US" sz="500" b="0" u="none" strike="noStrike">
                          <a:solidFill>
                            <a:srgbClr val="000000"/>
                          </a:solidFill>
                          <a:effectLst/>
                        </a:rPr>
                        <a:t>[10]</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Interpretable Machine Learning for Student Dropout Risk Assessment</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A. Sharma and P. Kumar</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2023</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Higher education dataset (5k+ records)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XGBoost with SHAP</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Socioeconomic status, First-semester grades, Attendance</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ROC-AUC 0.89</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a:solidFill>
                            <a:srgbClr val="000000"/>
                          </a:solidFill>
                          <a:effectLst/>
                        </a:rPr>
                        <a:t>Used SHAP for feature contributions</a:t>
                      </a:r>
                      <a:endParaRPr lang="en-US" sz="500" b="0" i="0" u="none" strike="noStrike">
                        <a:solidFill>
                          <a:srgbClr val="000000"/>
                        </a:solidFill>
                        <a:effectLst/>
                        <a:latin typeface="Arial" panose="020B0604020202020204" pitchFamily="34" charset="0"/>
                      </a:endParaRPr>
                    </a:p>
                  </a:txBody>
                  <a:tcPr marL="4340" marR="4340" marT="4340" marB="0" anchor="ctr"/>
                </a:tc>
                <a:tc>
                  <a:txBody>
                    <a:bodyPr/>
                    <a:lstStyle/>
                    <a:p>
                      <a:pPr algn="ctr" fontAlgn="ctr">
                        <a:buNone/>
                      </a:pPr>
                      <a:r>
                        <a:rPr lang="en-US" sz="500" b="0" u="none" strike="noStrike" dirty="0">
                          <a:solidFill>
                            <a:srgbClr val="000000"/>
                          </a:solidFill>
                          <a:effectLst/>
                        </a:rPr>
                        <a:t>Focused on static features rather than dynamic multi-semester data</a:t>
                      </a:r>
                      <a:endParaRPr lang="en-US" sz="500" b="0" i="0" u="none" strike="noStrike" dirty="0">
                        <a:solidFill>
                          <a:srgbClr val="000000"/>
                        </a:solidFill>
                        <a:effectLst/>
                        <a:latin typeface="Arial" panose="020B0604020202020204" pitchFamily="34" charset="0"/>
                      </a:endParaRPr>
                    </a:p>
                  </a:txBody>
                  <a:tcPr marL="4340" marR="4340" marT="4340" marB="0" anchor="ctr"/>
                </a:tc>
                <a:extLst>
                  <a:ext uri="{0D108BD9-81ED-4DB2-BD59-A6C34878D82A}">
                    <a16:rowId xmlns:a16="http://schemas.microsoft.com/office/drawing/2014/main" val="193056346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2"/>
          <p:cNvSpPr txBox="1">
            <a:spLocks noGrp="1"/>
          </p:cNvSpPr>
          <p:nvPr>
            <p:ph type="title"/>
          </p:nvPr>
        </p:nvSpPr>
        <p:spPr>
          <a:xfrm>
            <a:off x="1485900" y="205978"/>
            <a:ext cx="6172200" cy="651272"/>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3300"/>
              <a:buFont typeface="Times New Roman"/>
              <a:buNone/>
            </a:pPr>
            <a:r>
              <a:rPr lang="en-GB">
                <a:solidFill>
                  <a:srgbClr val="7030A0"/>
                </a:solidFill>
                <a:latin typeface="Times New Roman"/>
                <a:ea typeface="Times New Roman"/>
                <a:cs typeface="Times New Roman"/>
                <a:sym typeface="Times New Roman"/>
              </a:rPr>
              <a:t>Gap Analysis</a:t>
            </a:r>
            <a:endParaRPr/>
          </a:p>
        </p:txBody>
      </p:sp>
      <p:sp>
        <p:nvSpPr>
          <p:cNvPr id="185" name="Google Shape;185;p32"/>
          <p:cNvSpPr txBox="1">
            <a:spLocks noGrp="1"/>
          </p:cNvSpPr>
          <p:nvPr>
            <p:ph type="body" idx="1"/>
          </p:nvPr>
        </p:nvSpPr>
        <p:spPr>
          <a:xfrm>
            <a:off x="496750" y="969375"/>
            <a:ext cx="8358900" cy="3669600"/>
          </a:xfrm>
          <a:prstGeom prst="rect">
            <a:avLst/>
          </a:prstGeom>
          <a:noFill/>
          <a:ln>
            <a:noFill/>
          </a:ln>
        </p:spPr>
        <p:txBody>
          <a:bodyPr spcFirstLastPara="1" wrap="square" lIns="68575" tIns="34275" rIns="68575" bIns="34275" anchor="t" anchorCtr="0">
            <a:noAutofit/>
          </a:bodyPr>
          <a:lstStyle/>
          <a:p>
            <a:pPr marL="457200" lvl="0" indent="-355600" algn="l" rtl="0">
              <a:lnSpc>
                <a:spcPct val="115000"/>
              </a:lnSpc>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Most existing studies use only static or single-semester data.</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They cannot track students' academic progress over multiple semesters.</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Deep learning models provide high accuracy, but their decisions are difficult to explain.</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Explainable AI (XAI) is mostly used with traditional machine learning models, not with sequential deep learning.</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Times New Roman"/>
              <a:buChar char="❏"/>
            </a:pPr>
            <a:r>
              <a:rPr lang="en-GB" sz="2000">
                <a:solidFill>
                  <a:schemeClr val="dk1"/>
                </a:solidFill>
                <a:latin typeface="Times New Roman"/>
                <a:ea typeface="Times New Roman"/>
                <a:cs typeface="Times New Roman"/>
                <a:sym typeface="Times New Roman"/>
              </a:rPr>
              <a:t>Our proposed system combines LSTM and SHAP to provide accurate, transparent, and multi-semester student dropout prediction.</a:t>
            </a:r>
            <a:endParaRPr sz="2000">
              <a:solidFill>
                <a:schemeClr val="dk1"/>
              </a:solidFill>
              <a:latin typeface="Times New Roman"/>
              <a:ea typeface="Times New Roman"/>
              <a:cs typeface="Times New Roman"/>
              <a:sym typeface="Times New Roman"/>
            </a:endParaRPr>
          </a:p>
        </p:txBody>
      </p:sp>
      <p:sp>
        <p:nvSpPr>
          <p:cNvPr id="186" name="Google Shape;186;p32"/>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3"/>
          <p:cNvSpPr txBox="1">
            <a:spLocks noGrp="1"/>
          </p:cNvSpPr>
          <p:nvPr>
            <p:ph type="title"/>
          </p:nvPr>
        </p:nvSpPr>
        <p:spPr>
          <a:xfrm>
            <a:off x="1485900" y="205978"/>
            <a:ext cx="6172200" cy="651272"/>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3300"/>
              <a:buFont typeface="Times New Roman"/>
              <a:buNone/>
            </a:pPr>
            <a:r>
              <a:rPr lang="en-GB">
                <a:solidFill>
                  <a:srgbClr val="7030A0"/>
                </a:solidFill>
                <a:latin typeface="Times New Roman"/>
                <a:ea typeface="Times New Roman"/>
                <a:cs typeface="Times New Roman"/>
                <a:sym typeface="Times New Roman"/>
              </a:rPr>
              <a:t>Objective and Motivation </a:t>
            </a:r>
            <a:endParaRPr/>
          </a:p>
        </p:txBody>
      </p:sp>
      <p:sp>
        <p:nvSpPr>
          <p:cNvPr id="192" name="Google Shape;192;p33"/>
          <p:cNvSpPr txBox="1">
            <a:spLocks noGrp="1"/>
          </p:cNvSpPr>
          <p:nvPr>
            <p:ph type="body" idx="1"/>
          </p:nvPr>
        </p:nvSpPr>
        <p:spPr>
          <a:xfrm>
            <a:off x="457200" y="857250"/>
            <a:ext cx="8229600" cy="3909900"/>
          </a:xfrm>
          <a:prstGeom prst="rect">
            <a:avLst/>
          </a:prstGeom>
          <a:noFill/>
          <a:ln>
            <a:noFill/>
          </a:ln>
        </p:spPr>
        <p:txBody>
          <a:bodyPr spcFirstLastPara="1" wrap="square" lIns="68575" tIns="34275" rIns="68575" bIns="34275" anchor="t" anchorCtr="0">
            <a:normAutofit fontScale="92500" lnSpcReduction="20000"/>
          </a:bodyPr>
          <a:lstStyle/>
          <a:p>
            <a:pPr marL="0" lvl="0" indent="0" algn="l" rtl="0">
              <a:lnSpc>
                <a:spcPct val="115000"/>
              </a:lnSpc>
              <a:spcBef>
                <a:spcPts val="0"/>
              </a:spcBef>
              <a:spcAft>
                <a:spcPts val="0"/>
              </a:spcAft>
              <a:buClr>
                <a:srgbClr val="366092"/>
              </a:buClr>
              <a:buSzPct val="104932"/>
              <a:buNone/>
            </a:pPr>
            <a:r>
              <a:rPr lang="en-GB" sz="2028" b="1">
                <a:solidFill>
                  <a:schemeClr val="dk1"/>
                </a:solidFill>
                <a:latin typeface="Times New Roman"/>
                <a:ea typeface="Times New Roman"/>
                <a:cs typeface="Times New Roman"/>
                <a:sym typeface="Times New Roman"/>
              </a:rPr>
              <a:t>Motivation:</a:t>
            </a:r>
            <a:endParaRPr sz="2028" b="1">
              <a:solidFill>
                <a:schemeClr val="dk1"/>
              </a:solidFill>
              <a:latin typeface="Times New Roman"/>
              <a:ea typeface="Times New Roman"/>
              <a:cs typeface="Times New Roman"/>
              <a:sym typeface="Times New Roman"/>
            </a:endParaRPr>
          </a:p>
          <a:p>
            <a:pPr marL="457200" lvl="0" indent="-347690" algn="l" rtl="0">
              <a:lnSpc>
                <a:spcPct val="115000"/>
              </a:lnSpc>
              <a:spcBef>
                <a:spcPts val="0"/>
              </a:spcBef>
              <a:spcAft>
                <a:spcPts val="0"/>
              </a:spcAft>
              <a:buClr>
                <a:schemeClr val="dk1"/>
              </a:buClr>
              <a:buSzPct val="100000"/>
              <a:buFont typeface="Times New Roman"/>
              <a:buChar char="❏"/>
            </a:pPr>
            <a:r>
              <a:rPr lang="en-GB" sz="2028">
                <a:solidFill>
                  <a:schemeClr val="dk1"/>
                </a:solidFill>
                <a:latin typeface="Times New Roman"/>
                <a:ea typeface="Times New Roman"/>
                <a:cs typeface="Times New Roman"/>
                <a:sym typeface="Times New Roman"/>
              </a:rPr>
              <a:t>Student dropout is a major challenge in higher education.</a:t>
            </a:r>
            <a:endParaRPr sz="2028">
              <a:solidFill>
                <a:schemeClr val="dk1"/>
              </a:solidFill>
              <a:latin typeface="Times New Roman"/>
              <a:ea typeface="Times New Roman"/>
              <a:cs typeface="Times New Roman"/>
              <a:sym typeface="Times New Roman"/>
            </a:endParaRPr>
          </a:p>
          <a:p>
            <a:pPr marL="457200" lvl="0" indent="-347690" algn="l" rtl="0">
              <a:lnSpc>
                <a:spcPct val="115000"/>
              </a:lnSpc>
              <a:spcBef>
                <a:spcPts val="0"/>
              </a:spcBef>
              <a:spcAft>
                <a:spcPts val="0"/>
              </a:spcAft>
              <a:buClr>
                <a:schemeClr val="dk1"/>
              </a:buClr>
              <a:buSzPct val="100000"/>
              <a:buFont typeface="Times New Roman"/>
              <a:buChar char="❏"/>
            </a:pPr>
            <a:r>
              <a:rPr lang="en-GB" sz="2028">
                <a:solidFill>
                  <a:schemeClr val="dk1"/>
                </a:solidFill>
                <a:latin typeface="Times New Roman"/>
                <a:ea typeface="Times New Roman"/>
                <a:cs typeface="Times New Roman"/>
                <a:sym typeface="Times New Roman"/>
              </a:rPr>
              <a:t>Early prediction enables timely intervention and improves student retention.</a:t>
            </a:r>
            <a:endParaRPr sz="2028">
              <a:solidFill>
                <a:schemeClr val="dk1"/>
              </a:solidFill>
              <a:latin typeface="Times New Roman"/>
              <a:ea typeface="Times New Roman"/>
              <a:cs typeface="Times New Roman"/>
              <a:sym typeface="Times New Roman"/>
            </a:endParaRPr>
          </a:p>
          <a:p>
            <a:pPr marL="457200" lvl="0" indent="-347690" algn="l" rtl="0">
              <a:lnSpc>
                <a:spcPct val="115000"/>
              </a:lnSpc>
              <a:spcBef>
                <a:spcPts val="0"/>
              </a:spcBef>
              <a:spcAft>
                <a:spcPts val="0"/>
              </a:spcAft>
              <a:buClr>
                <a:schemeClr val="dk1"/>
              </a:buClr>
              <a:buSzPct val="100000"/>
              <a:buFont typeface="Times New Roman"/>
              <a:buChar char="❏"/>
            </a:pPr>
            <a:r>
              <a:rPr lang="en-GB" sz="2028">
                <a:solidFill>
                  <a:schemeClr val="dk1"/>
                </a:solidFill>
                <a:latin typeface="Times New Roman"/>
                <a:ea typeface="Times New Roman"/>
                <a:cs typeface="Times New Roman"/>
                <a:sym typeface="Times New Roman"/>
              </a:rPr>
              <a:t>Traditional machine learning models often lack interpretability.</a:t>
            </a:r>
            <a:endParaRPr sz="2028">
              <a:solidFill>
                <a:schemeClr val="dk1"/>
              </a:solidFill>
              <a:latin typeface="Times New Roman"/>
              <a:ea typeface="Times New Roman"/>
              <a:cs typeface="Times New Roman"/>
              <a:sym typeface="Times New Roman"/>
            </a:endParaRPr>
          </a:p>
          <a:p>
            <a:pPr marL="457200" lvl="0" indent="-347690" algn="l" rtl="0">
              <a:lnSpc>
                <a:spcPct val="115000"/>
              </a:lnSpc>
              <a:spcBef>
                <a:spcPts val="0"/>
              </a:spcBef>
              <a:spcAft>
                <a:spcPts val="0"/>
              </a:spcAft>
              <a:buClr>
                <a:schemeClr val="dk1"/>
              </a:buClr>
              <a:buSzPct val="100000"/>
              <a:buFont typeface="Times New Roman"/>
              <a:buChar char="❏"/>
            </a:pPr>
            <a:r>
              <a:rPr lang="en-GB" sz="2028">
                <a:solidFill>
                  <a:schemeClr val="dk1"/>
                </a:solidFill>
                <a:latin typeface="Times New Roman"/>
                <a:ea typeface="Times New Roman"/>
                <a:cs typeface="Times New Roman"/>
                <a:sym typeface="Times New Roman"/>
              </a:rPr>
              <a:t>Explainable AI can provide transparent predictions and identify key dropout risk factors.</a:t>
            </a:r>
            <a:endParaRPr sz="2028">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endParaRPr sz="2028">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rgbClr val="366092"/>
              </a:buClr>
              <a:buSzPct val="104932"/>
              <a:buNone/>
            </a:pPr>
            <a:r>
              <a:rPr lang="en-GB" sz="2028" b="1">
                <a:solidFill>
                  <a:schemeClr val="dk1"/>
                </a:solidFill>
                <a:latin typeface="Times New Roman"/>
                <a:ea typeface="Times New Roman"/>
                <a:cs typeface="Times New Roman"/>
                <a:sym typeface="Times New Roman"/>
              </a:rPr>
              <a:t>Objectives:</a:t>
            </a:r>
            <a:endParaRPr sz="2028" b="1">
              <a:solidFill>
                <a:schemeClr val="dk1"/>
              </a:solidFill>
              <a:latin typeface="Times New Roman"/>
              <a:ea typeface="Times New Roman"/>
              <a:cs typeface="Times New Roman"/>
              <a:sym typeface="Times New Roman"/>
            </a:endParaRPr>
          </a:p>
          <a:p>
            <a:pPr marL="457200" lvl="0" indent="-347690" algn="l" rtl="0">
              <a:lnSpc>
                <a:spcPct val="115000"/>
              </a:lnSpc>
              <a:spcBef>
                <a:spcPts val="0"/>
              </a:spcBef>
              <a:spcAft>
                <a:spcPts val="0"/>
              </a:spcAft>
              <a:buClr>
                <a:schemeClr val="dk1"/>
              </a:buClr>
              <a:buSzPct val="100000"/>
              <a:buFont typeface="Times New Roman"/>
              <a:buChar char="❏"/>
            </a:pPr>
            <a:r>
              <a:rPr lang="en-GB" sz="2028">
                <a:solidFill>
                  <a:schemeClr val="dk1"/>
                </a:solidFill>
                <a:latin typeface="Times New Roman"/>
                <a:ea typeface="Times New Roman"/>
                <a:cs typeface="Times New Roman"/>
                <a:sym typeface="Times New Roman"/>
              </a:rPr>
              <a:t>Predict university student dropout using machine learning models.</a:t>
            </a:r>
            <a:endParaRPr sz="2028">
              <a:solidFill>
                <a:schemeClr val="dk1"/>
              </a:solidFill>
              <a:latin typeface="Times New Roman"/>
              <a:ea typeface="Times New Roman"/>
              <a:cs typeface="Times New Roman"/>
              <a:sym typeface="Times New Roman"/>
            </a:endParaRPr>
          </a:p>
          <a:p>
            <a:pPr marL="457200" lvl="0" indent="-347690" algn="l" rtl="0">
              <a:lnSpc>
                <a:spcPct val="115000"/>
              </a:lnSpc>
              <a:spcBef>
                <a:spcPts val="0"/>
              </a:spcBef>
              <a:spcAft>
                <a:spcPts val="0"/>
              </a:spcAft>
              <a:buClr>
                <a:schemeClr val="dk1"/>
              </a:buClr>
              <a:buSzPct val="100000"/>
              <a:buFont typeface="Times New Roman"/>
              <a:buChar char="❏"/>
            </a:pPr>
            <a:r>
              <a:rPr lang="en-GB" sz="2028">
                <a:solidFill>
                  <a:schemeClr val="dk1"/>
                </a:solidFill>
                <a:latin typeface="Times New Roman"/>
                <a:ea typeface="Times New Roman"/>
                <a:cs typeface="Times New Roman"/>
                <a:sym typeface="Times New Roman"/>
              </a:rPr>
              <a:t>Compare the performance of traditional machine learning models and LSTM.</a:t>
            </a:r>
            <a:endParaRPr sz="2028">
              <a:solidFill>
                <a:schemeClr val="dk1"/>
              </a:solidFill>
              <a:latin typeface="Times New Roman"/>
              <a:ea typeface="Times New Roman"/>
              <a:cs typeface="Times New Roman"/>
              <a:sym typeface="Times New Roman"/>
            </a:endParaRPr>
          </a:p>
          <a:p>
            <a:pPr marL="457200" lvl="0" indent="-347690" algn="l" rtl="0">
              <a:lnSpc>
                <a:spcPct val="115000"/>
              </a:lnSpc>
              <a:spcBef>
                <a:spcPts val="0"/>
              </a:spcBef>
              <a:spcAft>
                <a:spcPts val="0"/>
              </a:spcAft>
              <a:buClr>
                <a:schemeClr val="dk1"/>
              </a:buClr>
              <a:buSzPct val="100000"/>
              <a:buFont typeface="Times New Roman"/>
              <a:buChar char="❏"/>
            </a:pPr>
            <a:r>
              <a:rPr lang="en-GB" sz="2028">
                <a:solidFill>
                  <a:schemeClr val="dk1"/>
                </a:solidFill>
                <a:latin typeface="Times New Roman"/>
                <a:ea typeface="Times New Roman"/>
                <a:cs typeface="Times New Roman"/>
                <a:sym typeface="Times New Roman"/>
              </a:rPr>
              <a:t>Identify the key factors influencing student dropout.</a:t>
            </a:r>
            <a:endParaRPr sz="2028">
              <a:solidFill>
                <a:schemeClr val="dk1"/>
              </a:solidFill>
              <a:latin typeface="Times New Roman"/>
              <a:ea typeface="Times New Roman"/>
              <a:cs typeface="Times New Roman"/>
              <a:sym typeface="Times New Roman"/>
            </a:endParaRPr>
          </a:p>
          <a:p>
            <a:pPr marL="457200" lvl="0" indent="-347690" algn="l" rtl="0">
              <a:lnSpc>
                <a:spcPct val="115000"/>
              </a:lnSpc>
              <a:spcBef>
                <a:spcPts val="0"/>
              </a:spcBef>
              <a:spcAft>
                <a:spcPts val="0"/>
              </a:spcAft>
              <a:buClr>
                <a:schemeClr val="dk1"/>
              </a:buClr>
              <a:buSzPct val="100000"/>
              <a:buFont typeface="Times New Roman"/>
              <a:buChar char="❏"/>
            </a:pPr>
            <a:r>
              <a:rPr lang="en-GB" sz="2028">
                <a:solidFill>
                  <a:schemeClr val="dk1"/>
                </a:solidFill>
                <a:latin typeface="Times New Roman"/>
                <a:ea typeface="Times New Roman"/>
                <a:cs typeface="Times New Roman"/>
                <a:sym typeface="Times New Roman"/>
              </a:rPr>
              <a:t>Explain model predictions using SHAP to support informed intervention strategies.</a:t>
            </a:r>
            <a:endParaRPr sz="2028">
              <a:solidFill>
                <a:schemeClr val="dk1"/>
              </a:solidFill>
              <a:latin typeface="Times New Roman"/>
              <a:ea typeface="Times New Roman"/>
              <a:cs typeface="Times New Roman"/>
              <a:sym typeface="Times New Roman"/>
            </a:endParaRPr>
          </a:p>
        </p:txBody>
      </p:sp>
      <p:sp>
        <p:nvSpPr>
          <p:cNvPr id="193" name="Google Shape;193;p33"/>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4"/>
          <p:cNvSpPr txBox="1">
            <a:spLocks noGrp="1"/>
          </p:cNvSpPr>
          <p:nvPr>
            <p:ph type="title"/>
          </p:nvPr>
        </p:nvSpPr>
        <p:spPr>
          <a:xfrm>
            <a:off x="1485900" y="205978"/>
            <a:ext cx="6172200" cy="651272"/>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3300"/>
              <a:buFont typeface="Times New Roman"/>
              <a:buNone/>
            </a:pPr>
            <a:r>
              <a:rPr lang="en-GB">
                <a:solidFill>
                  <a:srgbClr val="7030A0"/>
                </a:solidFill>
                <a:latin typeface="Times New Roman"/>
                <a:ea typeface="Times New Roman"/>
                <a:cs typeface="Times New Roman"/>
                <a:sym typeface="Times New Roman"/>
              </a:rPr>
              <a:t>Novelty of this Study</a:t>
            </a:r>
            <a:endParaRPr/>
          </a:p>
        </p:txBody>
      </p:sp>
      <p:sp>
        <p:nvSpPr>
          <p:cNvPr id="199" name="Google Shape;199;p34"/>
          <p:cNvSpPr txBox="1">
            <a:spLocks noGrp="1"/>
          </p:cNvSpPr>
          <p:nvPr>
            <p:ph type="body" idx="1"/>
          </p:nvPr>
        </p:nvSpPr>
        <p:spPr>
          <a:xfrm>
            <a:off x="457200" y="857250"/>
            <a:ext cx="8229600" cy="3615600"/>
          </a:xfrm>
          <a:prstGeom prst="rect">
            <a:avLst/>
          </a:prstGeom>
          <a:noFill/>
          <a:ln>
            <a:noFill/>
          </a:ln>
        </p:spPr>
        <p:txBody>
          <a:bodyPr spcFirstLastPara="1" wrap="square" lIns="68575" tIns="34275" rIns="68575" bIns="34275" anchor="t" anchorCtr="0">
            <a:normAutofit/>
          </a:bodyPr>
          <a:lstStyle/>
          <a:p>
            <a:pPr marL="457200" lvl="0" indent="-374650" algn="l" rtl="0">
              <a:lnSpc>
                <a:spcPct val="90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Develops an explainable machine learning framework for university student dropout prediction.</a:t>
            </a:r>
            <a:endParaRPr sz="2300">
              <a:solidFill>
                <a:schemeClr val="dk1"/>
              </a:solidFill>
              <a:latin typeface="Times New Roman"/>
              <a:ea typeface="Times New Roman"/>
              <a:cs typeface="Times New Roman"/>
              <a:sym typeface="Times New Roman"/>
            </a:endParaRPr>
          </a:p>
          <a:p>
            <a:pPr marL="457200" lvl="0" indent="-374650" algn="l" rtl="0">
              <a:lnSpc>
                <a:spcPct val="90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Combines predictive modeling with SHAP to provide transparent and interpretable predictions.</a:t>
            </a:r>
            <a:endParaRPr sz="2300">
              <a:solidFill>
                <a:schemeClr val="dk1"/>
              </a:solidFill>
              <a:latin typeface="Times New Roman"/>
              <a:ea typeface="Times New Roman"/>
              <a:cs typeface="Times New Roman"/>
              <a:sym typeface="Times New Roman"/>
            </a:endParaRPr>
          </a:p>
          <a:p>
            <a:pPr marL="457200" lvl="0" indent="-374650" algn="l" rtl="0">
              <a:lnSpc>
                <a:spcPct val="90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Compares traditional machine learning models with a deep learning (LSTM) model using the same dataset.</a:t>
            </a:r>
            <a:endParaRPr sz="2300">
              <a:solidFill>
                <a:schemeClr val="dk1"/>
              </a:solidFill>
              <a:latin typeface="Times New Roman"/>
              <a:ea typeface="Times New Roman"/>
              <a:cs typeface="Times New Roman"/>
              <a:sym typeface="Times New Roman"/>
            </a:endParaRPr>
          </a:p>
          <a:p>
            <a:pPr marL="457200" lvl="0" indent="-374650" algn="l" rtl="0">
              <a:lnSpc>
                <a:spcPct val="90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Identifies the most influential academic, demographic, and financial risk factors contributing to student dropout.</a:t>
            </a:r>
            <a:endParaRPr sz="2300">
              <a:solidFill>
                <a:schemeClr val="dk1"/>
              </a:solidFill>
              <a:latin typeface="Times New Roman"/>
              <a:ea typeface="Times New Roman"/>
              <a:cs typeface="Times New Roman"/>
              <a:sym typeface="Times New Roman"/>
            </a:endParaRPr>
          </a:p>
          <a:p>
            <a:pPr marL="457200" lvl="0" indent="-374650" algn="l" rtl="0">
              <a:lnSpc>
                <a:spcPct val="90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Supports early intervention strategies by providing actionable insights for educators and university administrators.</a:t>
            </a:r>
            <a:endParaRPr sz="2300">
              <a:solidFill>
                <a:schemeClr val="dk1"/>
              </a:solidFill>
              <a:latin typeface="Times New Roman"/>
              <a:ea typeface="Times New Roman"/>
              <a:cs typeface="Times New Roman"/>
              <a:sym typeface="Times New Roman"/>
            </a:endParaRPr>
          </a:p>
        </p:txBody>
      </p:sp>
      <p:sp>
        <p:nvSpPr>
          <p:cNvPr id="200" name="Google Shape;200;p34"/>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5"/>
          <p:cNvSpPr txBox="1">
            <a:spLocks noGrp="1"/>
          </p:cNvSpPr>
          <p:nvPr>
            <p:ph type="title"/>
          </p:nvPr>
        </p:nvSpPr>
        <p:spPr>
          <a:xfrm>
            <a:off x="1028700" y="263129"/>
            <a:ext cx="7086600" cy="651272"/>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3300"/>
              <a:buFont typeface="Times New Roman"/>
              <a:buNone/>
            </a:pPr>
            <a:r>
              <a:rPr lang="en-GB">
                <a:solidFill>
                  <a:srgbClr val="7030A0"/>
                </a:solidFill>
                <a:latin typeface="Times New Roman"/>
                <a:ea typeface="Times New Roman"/>
                <a:cs typeface="Times New Roman"/>
                <a:sym typeface="Times New Roman"/>
              </a:rPr>
              <a:t>Datasets, Tools and Techniques</a:t>
            </a:r>
            <a:endParaRPr>
              <a:latin typeface="Times New Roman"/>
              <a:ea typeface="Times New Roman"/>
              <a:cs typeface="Times New Roman"/>
              <a:sym typeface="Times New Roman"/>
            </a:endParaRPr>
          </a:p>
        </p:txBody>
      </p:sp>
      <p:sp>
        <p:nvSpPr>
          <p:cNvPr id="206" name="Google Shape;206;p35"/>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8</a:t>
            </a:fld>
            <a:endParaRPr/>
          </a:p>
        </p:txBody>
      </p:sp>
      <p:graphicFrame>
        <p:nvGraphicFramePr>
          <p:cNvPr id="207" name="Google Shape;207;p35"/>
          <p:cNvGraphicFramePr/>
          <p:nvPr/>
        </p:nvGraphicFramePr>
        <p:xfrm>
          <a:off x="190500" y="1048800"/>
          <a:ext cx="8763000" cy="3323664"/>
        </p:xfrm>
        <a:graphic>
          <a:graphicData uri="http://schemas.openxmlformats.org/drawingml/2006/table">
            <a:tbl>
              <a:tblPr>
                <a:noFill/>
                <a:tableStyleId>{416288BB-3742-46E8-A507-231A85FD3E98}</a:tableStyleId>
              </a:tblPr>
              <a:tblGrid>
                <a:gridCol w="3848100">
                  <a:extLst>
                    <a:ext uri="{9D8B030D-6E8A-4147-A177-3AD203B41FA5}">
                      <a16:colId xmlns:a16="http://schemas.microsoft.com/office/drawing/2014/main" val="20000"/>
                    </a:ext>
                  </a:extLst>
                </a:gridCol>
                <a:gridCol w="1838325">
                  <a:extLst>
                    <a:ext uri="{9D8B030D-6E8A-4147-A177-3AD203B41FA5}">
                      <a16:colId xmlns:a16="http://schemas.microsoft.com/office/drawing/2014/main" val="20001"/>
                    </a:ext>
                  </a:extLst>
                </a:gridCol>
                <a:gridCol w="3076575">
                  <a:extLst>
                    <a:ext uri="{9D8B030D-6E8A-4147-A177-3AD203B41FA5}">
                      <a16:colId xmlns:a16="http://schemas.microsoft.com/office/drawing/2014/main" val="20002"/>
                    </a:ext>
                  </a:extLst>
                </a:gridCol>
              </a:tblGrid>
              <a:tr h="0">
                <a:tc>
                  <a:txBody>
                    <a:bodyPr/>
                    <a:lstStyle/>
                    <a:p>
                      <a:pPr marL="0" lvl="0" indent="0" algn="ctr" rtl="0">
                        <a:lnSpc>
                          <a:spcPct val="115000"/>
                        </a:lnSpc>
                        <a:spcBef>
                          <a:spcPts val="0"/>
                        </a:spcBef>
                        <a:spcAft>
                          <a:spcPts val="0"/>
                        </a:spcAft>
                        <a:buNone/>
                      </a:pPr>
                      <a:r>
                        <a:rPr lang="en-GB" sz="1900" b="1">
                          <a:latin typeface="Times New Roman"/>
                          <a:ea typeface="Times New Roman"/>
                          <a:cs typeface="Times New Roman"/>
                          <a:sym typeface="Times New Roman"/>
                        </a:rPr>
                        <a:t>Data</a:t>
                      </a:r>
                      <a:endParaRPr sz="1900" b="1">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900" b="1">
                          <a:latin typeface="Times New Roman"/>
                          <a:ea typeface="Times New Roman"/>
                          <a:cs typeface="Times New Roman"/>
                          <a:sym typeface="Times New Roman"/>
                        </a:rPr>
                        <a:t>Tools</a:t>
                      </a:r>
                      <a:endParaRPr sz="1900" b="1">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900" b="1">
                          <a:latin typeface="Times New Roman"/>
                          <a:ea typeface="Times New Roman"/>
                          <a:cs typeface="Times New Roman"/>
                          <a:sym typeface="Times New Roman"/>
                        </a:rPr>
                        <a:t>Techniques</a:t>
                      </a:r>
                      <a:endParaRPr sz="1900" b="1">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extLst>
                  <a:ext uri="{0D108BD9-81ED-4DB2-BD59-A6C34878D82A}">
                    <a16:rowId xmlns:a16="http://schemas.microsoft.com/office/drawing/2014/main" val="10000"/>
                  </a:ext>
                </a:extLst>
              </a:tr>
              <a:tr h="361950">
                <a:tc>
                  <a:txBody>
                    <a:bodyPr/>
                    <a:lstStyle/>
                    <a:p>
                      <a:pPr marL="0" lvl="0" indent="0" algn="l" rtl="0">
                        <a:spcBef>
                          <a:spcPts val="0"/>
                        </a:spcBef>
                        <a:spcAft>
                          <a:spcPts val="0"/>
                        </a:spcAft>
                        <a:buNone/>
                      </a:pPr>
                      <a:r>
                        <a:rPr lang="en-GB" sz="1500" b="1">
                          <a:latin typeface="Times New Roman"/>
                          <a:ea typeface="Times New Roman"/>
                          <a:cs typeface="Times New Roman"/>
                          <a:sym typeface="Times New Roman"/>
                        </a:rPr>
                        <a:t>Dataset:</a:t>
                      </a:r>
                      <a:r>
                        <a:rPr lang="en-GB" sz="1500">
                          <a:latin typeface="Times New Roman"/>
                          <a:ea typeface="Times New Roman"/>
                          <a:cs typeface="Times New Roman"/>
                          <a:sym typeface="Times New Roman"/>
                        </a:rPr>
                        <a:t> Predict Students Dropout and Academic Success (UCI)</a:t>
                      </a:r>
                      <a:endParaRPr sz="15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Python</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Exploratory Data Analysis (EDA)</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4,424 student records</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Jupyter Notebook</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Data Preprocessing</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36 features + 1 target</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Pandas &amp; NumPy</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Feature Encoding</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Classes: Dropout, Graduate, Enrolled</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Matplotlib &amp; Seaborn</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Train-Test Split (80:20)</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extLst>
                  <a:ext uri="{0D108BD9-81ED-4DB2-BD59-A6C34878D82A}">
                    <a16:rowId xmlns:a16="http://schemas.microsoft.com/office/drawing/2014/main" val="10004"/>
                  </a:ext>
                </a:extLst>
              </a:tr>
              <a:tr h="361950">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Demographic, Academic, Financial &amp; Socioeconomic features</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Scikit-learn, VS Code, GitHub</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tc>
                  <a:txBody>
                    <a:bodyPr/>
                    <a:lstStyle/>
                    <a:p>
                      <a:pPr marL="0" lvl="0" indent="0" algn="l" rtl="0">
                        <a:spcBef>
                          <a:spcPts val="0"/>
                        </a:spcBef>
                        <a:spcAft>
                          <a:spcPts val="0"/>
                        </a:spcAft>
                        <a:buNone/>
                      </a:pPr>
                      <a:r>
                        <a:rPr lang="en-GB" sz="1600">
                          <a:latin typeface="Times New Roman"/>
                          <a:ea typeface="Times New Roman"/>
                          <a:cs typeface="Times New Roman"/>
                          <a:sym typeface="Times New Roman"/>
                        </a:rPr>
                        <a:t>Random Forest (Baseline), Performance Evaluation</a:t>
                      </a:r>
                      <a:endParaRPr sz="1600">
                        <a:latin typeface="Times New Roman"/>
                        <a:ea typeface="Times New Roman"/>
                        <a:cs typeface="Times New Roman"/>
                        <a:sym typeface="Times New Roman"/>
                      </a:endParaRPr>
                    </a:p>
                  </a:txBody>
                  <a:tcPr marL="91425" marR="91425" marT="91425" marB="91425">
                    <a:lnL w="28575" cap="flat" cmpd="sng">
                      <a:solidFill>
                        <a:srgbClr val="366092"/>
                      </a:solidFill>
                      <a:prstDash val="solid"/>
                      <a:round/>
                      <a:headEnd type="none" w="sm" len="sm"/>
                      <a:tailEnd type="none" w="sm" len="sm"/>
                    </a:lnL>
                    <a:lnR w="28575" cap="flat" cmpd="sng">
                      <a:solidFill>
                        <a:srgbClr val="366092"/>
                      </a:solidFill>
                      <a:prstDash val="solid"/>
                      <a:round/>
                      <a:headEnd type="none" w="sm" len="sm"/>
                      <a:tailEnd type="none" w="sm" len="sm"/>
                    </a:lnR>
                    <a:lnT w="28575" cap="flat" cmpd="sng">
                      <a:solidFill>
                        <a:srgbClr val="366092"/>
                      </a:solidFill>
                      <a:prstDash val="solid"/>
                      <a:round/>
                      <a:headEnd type="none" w="sm" len="sm"/>
                      <a:tailEnd type="none" w="sm" len="sm"/>
                    </a:lnT>
                    <a:lnB w="28575" cap="flat" cmpd="sng">
                      <a:solidFill>
                        <a:srgbClr val="36609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6"/>
          <p:cNvSpPr txBox="1">
            <a:spLocks noGrp="1"/>
          </p:cNvSpPr>
          <p:nvPr>
            <p:ph type="title"/>
          </p:nvPr>
        </p:nvSpPr>
        <p:spPr>
          <a:xfrm>
            <a:off x="1485900" y="205978"/>
            <a:ext cx="6172200" cy="651272"/>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3300"/>
              <a:buFont typeface="Times New Roman"/>
              <a:buNone/>
            </a:pPr>
            <a:r>
              <a:rPr lang="en-GB">
                <a:solidFill>
                  <a:srgbClr val="7030A0"/>
                </a:solidFill>
                <a:latin typeface="Times New Roman"/>
                <a:ea typeface="Times New Roman"/>
                <a:cs typeface="Times New Roman"/>
                <a:sym typeface="Times New Roman"/>
              </a:rPr>
              <a:t>Proposed Methodology</a:t>
            </a:r>
            <a:endParaRPr/>
          </a:p>
        </p:txBody>
      </p:sp>
      <p:sp>
        <p:nvSpPr>
          <p:cNvPr id="213" name="Google Shape;213;p36"/>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9</a:t>
            </a:fld>
            <a:endParaRPr/>
          </a:p>
        </p:txBody>
      </p:sp>
      <p:pic>
        <p:nvPicPr>
          <p:cNvPr id="214" name="Google Shape;214;p36" title="proposed methodology.png"/>
          <p:cNvPicPr preferRelativeResize="0"/>
          <p:nvPr/>
        </p:nvPicPr>
        <p:blipFill rotWithShape="1">
          <a:blip r:embed="rId3">
            <a:alphaModFix/>
          </a:blip>
          <a:srcRect t="12250"/>
          <a:stretch/>
        </p:blipFill>
        <p:spPr>
          <a:xfrm>
            <a:off x="505913" y="857250"/>
            <a:ext cx="8132173" cy="36824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7"/>
          <p:cNvSpPr txBox="1">
            <a:spLocks noGrp="1"/>
          </p:cNvSpPr>
          <p:nvPr>
            <p:ph type="title"/>
          </p:nvPr>
        </p:nvSpPr>
        <p:spPr>
          <a:xfrm>
            <a:off x="1485900" y="205978"/>
            <a:ext cx="6172200" cy="651272"/>
          </a:xfrm>
          <a:prstGeom prst="rect">
            <a:avLst/>
          </a:prstGeom>
          <a:noFill/>
          <a:ln>
            <a:noFill/>
          </a:ln>
        </p:spPr>
        <p:txBody>
          <a:bodyPr spcFirstLastPara="1" wrap="square" lIns="68575" tIns="34275" rIns="68575" bIns="34275" anchor="ctr" anchorCtr="0">
            <a:normAutofit/>
          </a:bodyPr>
          <a:lstStyle/>
          <a:p>
            <a:pPr marL="0" lvl="0" indent="0" algn="ctr" rtl="0">
              <a:lnSpc>
                <a:spcPct val="100000"/>
              </a:lnSpc>
              <a:spcBef>
                <a:spcPts val="0"/>
              </a:spcBef>
              <a:spcAft>
                <a:spcPts val="0"/>
              </a:spcAft>
              <a:buClr>
                <a:srgbClr val="7030A0"/>
              </a:buClr>
              <a:buSzPts val="3300"/>
              <a:buFont typeface="Times New Roman"/>
              <a:buNone/>
            </a:pPr>
            <a:r>
              <a:rPr lang="en-GB">
                <a:solidFill>
                  <a:srgbClr val="7030A0"/>
                </a:solidFill>
                <a:latin typeface="Times New Roman"/>
                <a:ea typeface="Times New Roman"/>
                <a:cs typeface="Times New Roman"/>
                <a:sym typeface="Times New Roman"/>
              </a:rPr>
              <a:t>Expected Outcomes </a:t>
            </a:r>
            <a:endParaRPr/>
          </a:p>
        </p:txBody>
      </p:sp>
      <p:sp>
        <p:nvSpPr>
          <p:cNvPr id="220" name="Google Shape;220;p37"/>
          <p:cNvSpPr txBox="1">
            <a:spLocks noGrp="1"/>
          </p:cNvSpPr>
          <p:nvPr>
            <p:ph type="body" idx="1"/>
          </p:nvPr>
        </p:nvSpPr>
        <p:spPr>
          <a:xfrm>
            <a:off x="457200" y="1006650"/>
            <a:ext cx="8229600" cy="3572100"/>
          </a:xfrm>
          <a:prstGeom prst="rect">
            <a:avLst/>
          </a:prstGeom>
          <a:noFill/>
          <a:ln>
            <a:noFill/>
          </a:ln>
        </p:spPr>
        <p:txBody>
          <a:bodyPr spcFirstLastPara="1" wrap="square" lIns="68575" tIns="34275" rIns="68575" bIns="34275" anchor="t" anchorCtr="0">
            <a:normAutofit fontScale="92500"/>
          </a:bodyPr>
          <a:lstStyle/>
          <a:p>
            <a:pPr marL="457200" lvl="0" indent="-374650" algn="l" rtl="0">
              <a:lnSpc>
                <a:spcPct val="11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Develop an accurate and explainable machine learning framework for predicting university student dropout.</a:t>
            </a:r>
            <a:endParaRPr sz="2300">
              <a:solidFill>
                <a:schemeClr val="dk1"/>
              </a:solidFill>
              <a:latin typeface="Times New Roman"/>
              <a:ea typeface="Times New Roman"/>
              <a:cs typeface="Times New Roman"/>
              <a:sym typeface="Times New Roman"/>
            </a:endParaRPr>
          </a:p>
          <a:p>
            <a:pPr marL="457200" lvl="0" indent="-374650" algn="l" rtl="0">
              <a:lnSpc>
                <a:spcPct val="11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Compare the performance of traditional machine learning models and the LSTM model.</a:t>
            </a:r>
            <a:endParaRPr sz="2300">
              <a:solidFill>
                <a:schemeClr val="dk1"/>
              </a:solidFill>
              <a:latin typeface="Times New Roman"/>
              <a:ea typeface="Times New Roman"/>
              <a:cs typeface="Times New Roman"/>
              <a:sym typeface="Times New Roman"/>
            </a:endParaRPr>
          </a:p>
          <a:p>
            <a:pPr marL="457200" lvl="0" indent="-374650" algn="l" rtl="0">
              <a:lnSpc>
                <a:spcPct val="11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Identify the key academic, demographic, financial, and socioeconomic factors influencing student dropout.</a:t>
            </a:r>
            <a:endParaRPr sz="2300">
              <a:solidFill>
                <a:schemeClr val="dk1"/>
              </a:solidFill>
              <a:latin typeface="Times New Roman"/>
              <a:ea typeface="Times New Roman"/>
              <a:cs typeface="Times New Roman"/>
              <a:sym typeface="Times New Roman"/>
            </a:endParaRPr>
          </a:p>
          <a:p>
            <a:pPr marL="457200" lvl="0" indent="-374650" algn="l" rtl="0">
              <a:lnSpc>
                <a:spcPct val="11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Provide transparent model explanations using SHAP to support understanding of prediction decisions.</a:t>
            </a:r>
            <a:endParaRPr sz="2300">
              <a:solidFill>
                <a:schemeClr val="dk1"/>
              </a:solidFill>
              <a:latin typeface="Times New Roman"/>
              <a:ea typeface="Times New Roman"/>
              <a:cs typeface="Times New Roman"/>
              <a:sym typeface="Times New Roman"/>
            </a:endParaRPr>
          </a:p>
          <a:p>
            <a:pPr marL="457200" lvl="0" indent="-374650" algn="l" rtl="0">
              <a:lnSpc>
                <a:spcPct val="11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Generate insights that can assist universities in early intervention and improving student retention.</a:t>
            </a:r>
            <a:endParaRPr sz="2300">
              <a:solidFill>
                <a:schemeClr val="dk1"/>
              </a:solidFill>
              <a:latin typeface="Times New Roman"/>
              <a:ea typeface="Times New Roman"/>
              <a:cs typeface="Times New Roman"/>
              <a:sym typeface="Times New Roman"/>
            </a:endParaRPr>
          </a:p>
        </p:txBody>
      </p:sp>
      <p:sp>
        <p:nvSpPr>
          <p:cNvPr id="221" name="Google Shape;221;p37"/>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8"/>
          <p:cNvSpPr txBox="1">
            <a:spLocks noGrp="1"/>
          </p:cNvSpPr>
          <p:nvPr>
            <p:ph type="body" idx="1"/>
          </p:nvPr>
        </p:nvSpPr>
        <p:spPr>
          <a:xfrm>
            <a:off x="457200" y="1085850"/>
            <a:ext cx="8229600" cy="2971800"/>
          </a:xfrm>
          <a:prstGeom prst="rect">
            <a:avLst/>
          </a:prstGeom>
          <a:noFill/>
          <a:ln>
            <a:noFill/>
          </a:ln>
        </p:spPr>
        <p:txBody>
          <a:bodyPr spcFirstLastPara="1" wrap="square" lIns="68575" tIns="34275" rIns="68575" bIns="34275" anchor="t" anchorCtr="0">
            <a:normAutofit/>
          </a:bodyPr>
          <a:lstStyle/>
          <a:p>
            <a:pPr marL="0" lvl="0" indent="0" algn="ctr" rtl="0">
              <a:lnSpc>
                <a:spcPct val="100000"/>
              </a:lnSpc>
              <a:spcBef>
                <a:spcPts val="0"/>
              </a:spcBef>
              <a:spcAft>
                <a:spcPts val="0"/>
              </a:spcAft>
              <a:buClr>
                <a:srgbClr val="366092"/>
              </a:buClr>
              <a:buSzPts val="4500"/>
              <a:buNone/>
            </a:pPr>
            <a:endParaRPr sz="4500" b="1">
              <a:solidFill>
                <a:srgbClr val="7030A0"/>
              </a:solidFill>
              <a:latin typeface="Times New Roman"/>
              <a:ea typeface="Times New Roman"/>
              <a:cs typeface="Times New Roman"/>
              <a:sym typeface="Times New Roman"/>
            </a:endParaRPr>
          </a:p>
          <a:p>
            <a:pPr marL="0" lvl="0" indent="0" algn="ctr" rtl="0">
              <a:lnSpc>
                <a:spcPct val="100000"/>
              </a:lnSpc>
              <a:spcBef>
                <a:spcPts val="900"/>
              </a:spcBef>
              <a:spcAft>
                <a:spcPts val="0"/>
              </a:spcAft>
              <a:buClr>
                <a:srgbClr val="7030A0"/>
              </a:buClr>
              <a:buSzPts val="4500"/>
              <a:buNone/>
            </a:pPr>
            <a:r>
              <a:rPr lang="en-GB" sz="4500" b="1">
                <a:solidFill>
                  <a:srgbClr val="7030A0"/>
                </a:solidFill>
                <a:latin typeface="Times New Roman"/>
                <a:ea typeface="Times New Roman"/>
                <a:cs typeface="Times New Roman"/>
                <a:sym typeface="Times New Roman"/>
              </a:rPr>
              <a:t>THANK YOU</a:t>
            </a:r>
            <a:endParaRPr/>
          </a:p>
          <a:p>
            <a:pPr marL="0" lvl="0" indent="0" algn="r" rtl="0">
              <a:lnSpc>
                <a:spcPct val="100000"/>
              </a:lnSpc>
              <a:spcBef>
                <a:spcPts val="500"/>
              </a:spcBef>
              <a:spcAft>
                <a:spcPts val="0"/>
              </a:spcAft>
              <a:buClr>
                <a:srgbClr val="366092"/>
              </a:buClr>
              <a:buSzPts val="2300"/>
              <a:buNone/>
            </a:pPr>
            <a:endParaRPr sz="2300">
              <a:solidFill>
                <a:schemeClr val="dk1"/>
              </a:solidFill>
              <a:latin typeface="Times New Roman"/>
              <a:ea typeface="Times New Roman"/>
              <a:cs typeface="Times New Roman"/>
              <a:sym typeface="Times New Roman"/>
            </a:endParaRPr>
          </a:p>
        </p:txBody>
      </p:sp>
      <p:sp>
        <p:nvSpPr>
          <p:cNvPr id="227" name="Google Shape;227;p38"/>
          <p:cNvSpPr txBox="1">
            <a:spLocks noGrp="1"/>
          </p:cNvSpPr>
          <p:nvPr>
            <p:ph type="sldNum" idx="12"/>
          </p:nvPr>
        </p:nvSpPr>
        <p:spPr>
          <a:xfrm>
            <a:off x="6553200" y="4767263"/>
            <a:ext cx="21336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GB"/>
              <a:t>11</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ew Microsoft PowerPoint Presentatio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1201</Words>
  <Application>Microsoft Office PowerPoint</Application>
  <PresentationFormat>On-screen Show (16:9)</PresentationFormat>
  <Paragraphs>196</Paragraphs>
  <Slides>11</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Times New Roman</vt:lpstr>
      <vt:lpstr>Calibri</vt:lpstr>
      <vt:lpstr>Arial</vt:lpstr>
      <vt:lpstr>Noto Sans Symbols</vt:lpstr>
      <vt:lpstr>Inter SemiBold</vt:lpstr>
      <vt:lpstr>Simple Light</vt:lpstr>
      <vt:lpstr>New Microsoft PowerPoint Presentation</vt:lpstr>
      <vt:lpstr>An Explainable machine learning framework for university students dropout prediction and risk factor analysis</vt:lpstr>
      <vt:lpstr>Outline</vt:lpstr>
      <vt:lpstr>Introduction</vt:lpstr>
      <vt:lpstr>Background Study/Literature Review</vt:lpstr>
      <vt:lpstr>Gap Analysis</vt:lpstr>
      <vt:lpstr>Objective and Motivation </vt:lpstr>
      <vt:lpstr>Novelty of this Study</vt:lpstr>
      <vt:lpstr>Datasets, Tools and Techniques</vt:lpstr>
      <vt:lpstr>Proposed Methodology</vt:lpstr>
      <vt:lpstr>Expected Outcomes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shazzadur rahman</dc:creator>
  <cp:lastModifiedBy>shazzadur rahman</cp:lastModifiedBy>
  <cp:revision>1</cp:revision>
  <dcterms:modified xsi:type="dcterms:W3CDTF">2026-08-02T17:54:11Z</dcterms:modified>
</cp:coreProperties>
</file>